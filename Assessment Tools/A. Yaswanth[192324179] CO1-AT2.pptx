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8" r:id="rId2"/>
    <p:sldId id="257" r:id="rId3"/>
    <p:sldId id="256" r:id="rId4"/>
  </p:sldIdLst>
  <p:sldSz cx="12192000" cy="8128000"/>
  <p:notesSz cx="812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125F08-7987-41BF-9241-D2383AD8CECD}" v="12" dt="2026-07-17T08:20:09.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3" d="100"/>
          <a:sy n="63" d="100"/>
        </p:scale>
        <p:origin x="7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hu reddy" userId="43f83dc8364106cb" providerId="LiveId" clId="{FE229301-1663-4FC0-9629-6BA7F6BAA412}"/>
    <pc:docChg chg="undo custSel addSld delSld modSld sldOrd">
      <pc:chgData name="yashu reddy" userId="43f83dc8364106cb" providerId="LiveId" clId="{FE229301-1663-4FC0-9629-6BA7F6BAA412}" dt="2026-07-17T08:25:31.677" v="175" actId="1076"/>
      <pc:docMkLst>
        <pc:docMk/>
      </pc:docMkLst>
      <pc:sldChg chg="addSp delSp modSp add del mod ord">
        <pc:chgData name="yashu reddy" userId="43f83dc8364106cb" providerId="LiveId" clId="{FE229301-1663-4FC0-9629-6BA7F6BAA412}" dt="2026-07-17T08:18:18.733" v="66"/>
        <pc:sldMkLst>
          <pc:docMk/>
          <pc:sldMk cId="0" sldId="256"/>
        </pc:sldMkLst>
        <pc:spChg chg="mod">
          <ac:chgData name="yashu reddy" userId="43f83dc8364106cb" providerId="LiveId" clId="{FE229301-1663-4FC0-9629-6BA7F6BAA412}" dt="2026-07-17T08:14:14.019" v="61" actId="207"/>
          <ac:spMkLst>
            <pc:docMk/>
            <pc:sldMk cId="0" sldId="256"/>
            <ac:spMk id="2" creationId="{00000000-0000-0000-0000-000000000000}"/>
          </ac:spMkLst>
        </pc:spChg>
        <pc:cxnChg chg="add mod">
          <ac:chgData name="yashu reddy" userId="43f83dc8364106cb" providerId="LiveId" clId="{FE229301-1663-4FC0-9629-6BA7F6BAA412}" dt="2026-07-17T08:13:50.736" v="55" actId="13822"/>
          <ac:cxnSpMkLst>
            <pc:docMk/>
            <pc:sldMk cId="0" sldId="256"/>
            <ac:cxnSpMk id="10" creationId="{CB36BDD9-EB02-7A9F-01A2-4AED87BD27D9}"/>
          </ac:cxnSpMkLst>
        </pc:cxnChg>
        <pc:cxnChg chg="add mod">
          <ac:chgData name="yashu reddy" userId="43f83dc8364106cb" providerId="LiveId" clId="{FE229301-1663-4FC0-9629-6BA7F6BAA412}" dt="2026-07-15T06:17:38.150" v="2" actId="13822"/>
          <ac:cxnSpMkLst>
            <pc:docMk/>
            <pc:sldMk cId="0" sldId="256"/>
            <ac:cxnSpMk id="254" creationId="{9DFB52F4-8FFB-AC96-8688-B00BC0F604A5}"/>
          </ac:cxnSpMkLst>
        </pc:cxnChg>
        <pc:cxnChg chg="add mod">
          <ac:chgData name="yashu reddy" userId="43f83dc8364106cb" providerId="LiveId" clId="{FE229301-1663-4FC0-9629-6BA7F6BAA412}" dt="2026-07-15T06:18:06.582" v="7" actId="14100"/>
          <ac:cxnSpMkLst>
            <pc:docMk/>
            <pc:sldMk cId="0" sldId="256"/>
            <ac:cxnSpMk id="256" creationId="{A7B80B94-1F75-175E-0472-6BE3D2A9002F}"/>
          </ac:cxnSpMkLst>
        </pc:cxnChg>
        <pc:cxnChg chg="add mod">
          <ac:chgData name="yashu reddy" userId="43f83dc8364106cb" providerId="LiveId" clId="{FE229301-1663-4FC0-9629-6BA7F6BAA412}" dt="2026-07-15T06:18:20.528" v="9" actId="13822"/>
          <ac:cxnSpMkLst>
            <pc:docMk/>
            <pc:sldMk cId="0" sldId="256"/>
            <ac:cxnSpMk id="260" creationId="{D292A93B-4757-5809-6E87-155423CAF33F}"/>
          </ac:cxnSpMkLst>
        </pc:cxnChg>
      </pc:sldChg>
      <pc:sldChg chg="addSp modSp new mod">
        <pc:chgData name="yashu reddy" userId="43f83dc8364106cb" providerId="LiveId" clId="{FE229301-1663-4FC0-9629-6BA7F6BAA412}" dt="2026-07-17T08:20:49.473" v="95" actId="1076"/>
        <pc:sldMkLst>
          <pc:docMk/>
          <pc:sldMk cId="2130013061" sldId="257"/>
        </pc:sldMkLst>
        <pc:spChg chg="add mod">
          <ac:chgData name="yashu reddy" userId="43f83dc8364106cb" providerId="LiveId" clId="{FE229301-1663-4FC0-9629-6BA7F6BAA412}" dt="2026-07-17T08:19:30.927" v="82" actId="1076"/>
          <ac:spMkLst>
            <pc:docMk/>
            <pc:sldMk cId="2130013061" sldId="257"/>
            <ac:spMk id="3" creationId="{5862B4A0-5C08-60F0-0196-F00BC96BA18F}"/>
          </ac:spMkLst>
        </pc:spChg>
        <pc:spChg chg="add mod">
          <ac:chgData name="yashu reddy" userId="43f83dc8364106cb" providerId="LiveId" clId="{FE229301-1663-4FC0-9629-6BA7F6BAA412}" dt="2026-07-17T08:20:49.473" v="95" actId="1076"/>
          <ac:spMkLst>
            <pc:docMk/>
            <pc:sldMk cId="2130013061" sldId="257"/>
            <ac:spMk id="4" creationId="{13C753F9-6314-C621-6184-E0AEC5B4E8F0}"/>
          </ac:spMkLst>
        </pc:spChg>
        <pc:picChg chg="add mod">
          <ac:chgData name="yashu reddy" userId="43f83dc8364106cb" providerId="LiveId" clId="{FE229301-1663-4FC0-9629-6BA7F6BAA412}" dt="2026-07-17T08:19:09.637" v="68" actId="1076"/>
          <ac:picMkLst>
            <pc:docMk/>
            <pc:sldMk cId="2130013061" sldId="257"/>
            <ac:picMk id="2" creationId="{004E7561-FD55-8678-D6CD-B8BDEE62FD69}"/>
          </ac:picMkLst>
        </pc:picChg>
      </pc:sldChg>
      <pc:sldChg chg="addSp new add del mod">
        <pc:chgData name="yashu reddy" userId="43f83dc8364106cb" providerId="LiveId" clId="{FE229301-1663-4FC0-9629-6BA7F6BAA412}" dt="2026-07-17T08:14:22.845" v="62" actId="47"/>
        <pc:sldMkLst>
          <pc:docMk/>
          <pc:sldMk cId="4234086675" sldId="257"/>
        </pc:sldMkLst>
        <pc:picChg chg="add">
          <ac:chgData name="yashu reddy" userId="43f83dc8364106cb" providerId="LiveId" clId="{FE229301-1663-4FC0-9629-6BA7F6BAA412}" dt="2026-07-17T08:07:23.386" v="19" actId="22"/>
          <ac:picMkLst>
            <pc:docMk/>
            <pc:sldMk cId="4234086675" sldId="257"/>
            <ac:picMk id="3" creationId="{BC1026A1-9C5D-22AC-B0AD-5F57272E53F2}"/>
          </ac:picMkLst>
        </pc:picChg>
      </pc:sldChg>
      <pc:sldChg chg="addSp modSp new mod ord">
        <pc:chgData name="yashu reddy" userId="43f83dc8364106cb" providerId="LiveId" clId="{FE229301-1663-4FC0-9629-6BA7F6BAA412}" dt="2026-07-17T08:25:31.677" v="175" actId="1076"/>
        <pc:sldMkLst>
          <pc:docMk/>
          <pc:sldMk cId="875466989" sldId="258"/>
        </pc:sldMkLst>
        <pc:spChg chg="add mod">
          <ac:chgData name="yashu reddy" userId="43f83dc8364106cb" providerId="LiveId" clId="{FE229301-1663-4FC0-9629-6BA7F6BAA412}" dt="2026-07-17T08:25:31.677" v="175" actId="1076"/>
          <ac:spMkLst>
            <pc:docMk/>
            <pc:sldMk cId="875466989" sldId="258"/>
            <ac:spMk id="5" creationId="{ED09409C-D745-B26E-3E30-6B75462C8356}"/>
          </ac:spMkLst>
        </pc:spChg>
        <pc:spChg chg="add mod">
          <ac:chgData name="yashu reddy" userId="43f83dc8364106cb" providerId="LiveId" clId="{FE229301-1663-4FC0-9629-6BA7F6BAA412}" dt="2026-07-17T08:24:59.222" v="172" actId="113"/>
          <ac:spMkLst>
            <pc:docMk/>
            <pc:sldMk cId="875466989" sldId="258"/>
            <ac:spMk id="7" creationId="{2E94A9B9-272C-9AF8-B5A3-C4A7BE18CA8A}"/>
          </ac:spMkLst>
        </pc:spChg>
        <pc:spChg chg="add mod">
          <ac:chgData name="yashu reddy" userId="43f83dc8364106cb" providerId="LiveId" clId="{FE229301-1663-4FC0-9629-6BA7F6BAA412}" dt="2026-07-17T08:25:20.691" v="174" actId="207"/>
          <ac:spMkLst>
            <pc:docMk/>
            <pc:sldMk cId="875466989" sldId="258"/>
            <ac:spMk id="9" creationId="{A826D8A7-F7A7-1005-B1FD-1AF311877F71}"/>
          </ac:spMkLst>
        </pc:spChg>
        <pc:spChg chg="add mod">
          <ac:chgData name="yashu reddy" userId="43f83dc8364106cb" providerId="LiveId" clId="{FE229301-1663-4FC0-9629-6BA7F6BAA412}" dt="2026-07-17T08:25:14.690" v="173" actId="1076"/>
          <ac:spMkLst>
            <pc:docMk/>
            <pc:sldMk cId="875466989" sldId="258"/>
            <ac:spMk id="11" creationId="{E8E76B7F-0385-98CD-206E-0B7D55FBAC5F}"/>
          </ac:spMkLst>
        </pc:spChg>
        <pc:picChg chg="add">
          <ac:chgData name="yashu reddy" userId="43f83dc8364106cb" providerId="LiveId" clId="{FE229301-1663-4FC0-9629-6BA7F6BAA412}" dt="2026-07-17T08:21:06.283" v="99" actId="22"/>
          <ac:picMkLst>
            <pc:docMk/>
            <pc:sldMk cId="875466989" sldId="258"/>
            <ac:picMk id="3" creationId="{083470CE-3147-EFCB-5977-00950E5CEB19}"/>
          </ac:picMkLst>
        </pc:picChg>
      </pc:sldChg>
      <pc:sldChg chg="addSp modSp new add del mod">
        <pc:chgData name="yashu reddy" userId="43f83dc8364106cb" providerId="LiveId" clId="{FE229301-1663-4FC0-9629-6BA7F6BAA412}" dt="2026-07-17T08:14:26.326" v="63" actId="47"/>
        <pc:sldMkLst>
          <pc:docMk/>
          <pc:sldMk cId="2609876535" sldId="258"/>
        </pc:sldMkLst>
        <pc:spChg chg="add mod">
          <ac:chgData name="yashu reddy" userId="43f83dc8364106cb" providerId="LiveId" clId="{FE229301-1663-4FC0-9629-6BA7F6BAA412}" dt="2026-07-17T08:09:05.263" v="49" actId="1076"/>
          <ac:spMkLst>
            <pc:docMk/>
            <pc:sldMk cId="2609876535" sldId="258"/>
            <ac:spMk id="5" creationId="{CD53D61B-0F93-9A11-9D72-63668E4B28ED}"/>
          </ac:spMkLst>
        </pc:spChg>
        <pc:spChg chg="add mod">
          <ac:chgData name="yashu reddy" userId="43f83dc8364106cb" providerId="LiveId" clId="{FE229301-1663-4FC0-9629-6BA7F6BAA412}" dt="2026-07-17T08:08:54.476" v="47" actId="1076"/>
          <ac:spMkLst>
            <pc:docMk/>
            <pc:sldMk cId="2609876535" sldId="258"/>
            <ac:spMk id="6" creationId="{4F80B00F-4AF9-48FE-D788-F90143FC55F5}"/>
          </ac:spMkLst>
        </pc:spChg>
        <pc:graphicFrameChg chg="add mod">
          <ac:chgData name="yashu reddy" userId="43f83dc8364106cb" providerId="LiveId" clId="{FE229301-1663-4FC0-9629-6BA7F6BAA412}" dt="2026-07-17T08:07:18.415" v="17"/>
          <ac:graphicFrameMkLst>
            <pc:docMk/>
            <pc:sldMk cId="2609876535" sldId="258"/>
            <ac:graphicFrameMk id="2" creationId="{824B4EE3-90A4-5B9A-A60C-281E20323193}"/>
          </ac:graphicFrameMkLst>
        </pc:graphicFrameChg>
        <pc:picChg chg="add">
          <ac:chgData name="yashu reddy" userId="43f83dc8364106cb" providerId="LiveId" clId="{FE229301-1663-4FC0-9629-6BA7F6BAA412}" dt="2026-07-17T08:07:20.034" v="18" actId="22"/>
          <ac:picMkLst>
            <pc:docMk/>
            <pc:sldMk cId="2609876535" sldId="258"/>
            <ac:picMk id="4" creationId="{9E7E8AF2-CEBC-B52D-F426-4E5D6B08F40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168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0.png"/><Relationship Id="rId34" Type="http://schemas.openxmlformats.org/officeDocument/2006/relationships/image" Target="../media/image33.png"/><Relationship Id="rId7" Type="http://schemas.openxmlformats.org/officeDocument/2006/relationships/image" Target="../media/image6.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2" Type="http://schemas.openxmlformats.org/officeDocument/2006/relationships/notesSlide" Target="../notesSlides/notesSlide1.xml"/><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3470CE-3147-EFCB-5977-00950E5CEB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545" y="33274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ED09409C-D745-B26E-3E30-6B75462C8356}"/>
              </a:ext>
            </a:extLst>
          </p:cNvPr>
          <p:cNvSpPr txBox="1"/>
          <p:nvPr/>
        </p:nvSpPr>
        <p:spPr>
          <a:xfrm>
            <a:off x="2082799" y="2045999"/>
            <a:ext cx="8593455" cy="1200329"/>
          </a:xfrm>
          <a:prstGeom prst="rect">
            <a:avLst/>
          </a:prstGeom>
          <a:noFill/>
        </p:spPr>
        <p:txBody>
          <a:bodyPr wrap="square">
            <a:spAutoFit/>
          </a:bodyPr>
          <a:lstStyle/>
          <a:p>
            <a:pPr algn="ctr"/>
            <a:r>
              <a:rPr lang="en-US" sz="3600" b="1" dirty="0">
                <a:latin typeface="Times New Roman" panose="02020603050405020304" pitchFamily="18" charset="0"/>
                <a:ea typeface="Arial" pitchFamily="34" charset="-122"/>
                <a:cs typeface="Times New Roman" panose="02020603050405020304" pitchFamily="18" charset="0"/>
              </a:rPr>
              <a:t>AUTONOMOUS VEHICLE PERCEPTION </a:t>
            </a:r>
            <a:endParaRPr lang="en-US" sz="36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E94A9B9-272C-9AF8-B5A3-C4A7BE18CA8A}"/>
              </a:ext>
            </a:extLst>
          </p:cNvPr>
          <p:cNvSpPr txBox="1"/>
          <p:nvPr/>
        </p:nvSpPr>
        <p:spPr>
          <a:xfrm>
            <a:off x="8482646" y="6318796"/>
            <a:ext cx="6096000" cy="830997"/>
          </a:xfrm>
          <a:prstGeom prst="rect">
            <a:avLst/>
          </a:prstGeom>
          <a:noFill/>
        </p:spPr>
        <p:txBody>
          <a:bodyPr wrap="square">
            <a:spAutoFit/>
          </a:bodyPr>
          <a:lstStyle/>
          <a:p>
            <a:pPr marL="342900" indent="-342900">
              <a:buAutoNum type="alphaUcPeriod"/>
            </a:pPr>
            <a:r>
              <a:rPr lang="en-IN" sz="2400" b="1" dirty="0">
                <a:latin typeface="Times New Roman" panose="02020603050405020304" pitchFamily="18" charset="0"/>
                <a:cs typeface="Times New Roman" panose="02020603050405020304" pitchFamily="18" charset="0"/>
              </a:rPr>
              <a:t>Yaswanth</a:t>
            </a:r>
          </a:p>
          <a:p>
            <a:r>
              <a:rPr lang="en-IN" sz="2400" b="1" dirty="0">
                <a:latin typeface="Times New Roman" panose="02020603050405020304" pitchFamily="18" charset="0"/>
                <a:cs typeface="Times New Roman" panose="02020603050405020304" pitchFamily="18" charset="0"/>
              </a:rPr>
              <a:t>192324179</a:t>
            </a:r>
          </a:p>
        </p:txBody>
      </p:sp>
      <p:sp>
        <p:nvSpPr>
          <p:cNvPr id="9" name="TextBox 8">
            <a:extLst>
              <a:ext uri="{FF2B5EF4-FFF2-40B4-BE49-F238E27FC236}">
                <a16:creationId xmlns:a16="http://schemas.microsoft.com/office/drawing/2014/main" id="{A826D8A7-F7A7-1005-B1FD-1AF311877F71}"/>
              </a:ext>
            </a:extLst>
          </p:cNvPr>
          <p:cNvSpPr txBox="1"/>
          <p:nvPr/>
        </p:nvSpPr>
        <p:spPr>
          <a:xfrm>
            <a:off x="3406774" y="4019788"/>
            <a:ext cx="6395720" cy="1200329"/>
          </a:xfrm>
          <a:prstGeom prst="rect">
            <a:avLst/>
          </a:prstGeom>
          <a:noFill/>
        </p:spPr>
        <p:txBody>
          <a:bodyPr wrap="square">
            <a:spAutoFit/>
          </a:bodyPr>
          <a:lstStyle/>
          <a:p>
            <a:endParaRPr lang="en-IN" sz="2400" b="1" i="0" dirty="0">
              <a:effectLst/>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Guided By</a:t>
            </a:r>
          </a:p>
          <a:p>
            <a:r>
              <a:rPr lang="en-IN" sz="2400" b="1" i="0" dirty="0">
                <a:effectLst/>
                <a:latin typeface="Times New Roman" panose="02020603050405020304" pitchFamily="18" charset="0"/>
                <a:cs typeface="Times New Roman" panose="02020603050405020304" pitchFamily="18" charset="0"/>
              </a:rPr>
              <a:t>       Dr. NARENTHIRA KUMAR A</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8E76B7F-0385-98CD-206E-0B7D55FBAC5F}"/>
              </a:ext>
            </a:extLst>
          </p:cNvPr>
          <p:cNvSpPr txBox="1"/>
          <p:nvPr/>
        </p:nvSpPr>
        <p:spPr>
          <a:xfrm>
            <a:off x="3559174" y="3516085"/>
            <a:ext cx="702564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DSA0205-Computer Vision with Open CV</a:t>
            </a:r>
          </a:p>
        </p:txBody>
      </p:sp>
    </p:spTree>
    <p:extLst>
      <p:ext uri="{BB962C8B-B14F-4D97-AF65-F5344CB8AC3E}">
        <p14:creationId xmlns:p14="http://schemas.microsoft.com/office/powerpoint/2010/main" val="875466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04E7561-FD55-8678-D6CD-B8BDEE62FD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545" y="332740"/>
            <a:ext cx="970915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5862B4A0-5C08-60F0-0196-F00BC96BA18F}"/>
              </a:ext>
            </a:extLst>
          </p:cNvPr>
          <p:cNvSpPr txBox="1"/>
          <p:nvPr/>
        </p:nvSpPr>
        <p:spPr>
          <a:xfrm>
            <a:off x="4856480" y="1292860"/>
            <a:ext cx="5181600" cy="615553"/>
          </a:xfrm>
          <a:prstGeom prst="rect">
            <a:avLst/>
          </a:prstGeom>
          <a:noFill/>
        </p:spPr>
        <p:txBody>
          <a:bodyPr wrap="square" rtlCol="0">
            <a:spAutoFit/>
          </a:bodyPr>
          <a:lstStyle/>
          <a:p>
            <a:r>
              <a:rPr lang="en-IN" sz="3400" b="1" dirty="0">
                <a:latin typeface="Times New Roman" panose="02020603050405020304" pitchFamily="18" charset="0"/>
                <a:ea typeface="Tahoma" panose="020B0604030504040204" pitchFamily="34" charset="0"/>
                <a:cs typeface="Times New Roman" panose="02020603050405020304" pitchFamily="18" charset="0"/>
              </a:rPr>
              <a:t>Abstract</a:t>
            </a:r>
          </a:p>
        </p:txBody>
      </p:sp>
      <p:sp>
        <p:nvSpPr>
          <p:cNvPr id="4" name="TextBox 3">
            <a:extLst>
              <a:ext uri="{FF2B5EF4-FFF2-40B4-BE49-F238E27FC236}">
                <a16:creationId xmlns:a16="http://schemas.microsoft.com/office/drawing/2014/main" id="{13C753F9-6314-C621-6184-E0AEC5B4E8F0}"/>
              </a:ext>
            </a:extLst>
          </p:cNvPr>
          <p:cNvSpPr txBox="1"/>
          <p:nvPr/>
        </p:nvSpPr>
        <p:spPr>
          <a:xfrm>
            <a:off x="482600" y="2105242"/>
            <a:ext cx="11226800" cy="5115311"/>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Autonomous Vehicle Perception is a core technology that enables self-driving vehicles to understand their surroundings and make safe driving decisions without human intervention. It uses multiple sensors, including Camera, LiDAR, Radar, GPS, and IMU, to collect information about roads, vehicles, pedestrians, traffic signs, and obstacles. The collected data is processed through stages such as image acquisition, preprocessing, perception, localization, planning, and vehicle control to accurately detect objects, determine the vehicle's position, and plan a safe path. Each sensor contributes unique information, making sensor fusion essential for improving accuracy and reliability. However, designing an effective perception system involves several trade-offs, including balancing sensor accuracy, processing speed, computational complexity, and cost to achieve real-time performance. An efficient perception system enhances safe navigation, collision avoidance, lane keeping, and traffic sign recognition, making autonomous vehicles more reliable and intelligent in real-world driving environments.</a:t>
            </a:r>
          </a:p>
        </p:txBody>
      </p:sp>
    </p:spTree>
    <p:extLst>
      <p:ext uri="{BB962C8B-B14F-4D97-AF65-F5344CB8AC3E}">
        <p14:creationId xmlns:p14="http://schemas.microsoft.com/office/powerpoint/2010/main" val="21300130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381190" y="63498"/>
            <a:ext cx="7461063" cy="436552"/>
          </a:xfrm>
          <a:prstGeom prst="rect">
            <a:avLst/>
          </a:prstGeom>
          <a:noFill/>
          <a:ln/>
        </p:spPr>
        <p:txBody>
          <a:bodyPr wrap="square" lIns="0" tIns="0" rIns="0" bIns="0" rtlCol="0" anchor="ctr"/>
          <a:lstStyle/>
          <a:p>
            <a:pPr marL="0" indent="0" algn="ctr">
              <a:buNone/>
            </a:pPr>
            <a:r>
              <a:rPr lang="en-US" sz="2400" b="1" dirty="0">
                <a:latin typeface="Times New Roman" panose="02020603050405020304" pitchFamily="18" charset="0"/>
                <a:ea typeface="Arial" pitchFamily="34" charset="-122"/>
                <a:cs typeface="Times New Roman" panose="02020603050405020304" pitchFamily="18" charset="0"/>
              </a:rPr>
              <a:t>AUTONOMOUS VEHICLE PERCEPTION SYSTEM</a:t>
            </a:r>
            <a:endParaRPr lang="en-US" sz="2400" dirty="0">
              <a:latin typeface="Times New Roman" panose="02020603050405020304" pitchFamily="18" charset="0"/>
              <a:cs typeface="Times New Roman" panose="02020603050405020304" pitchFamily="18" charset="0"/>
            </a:endParaRPr>
          </a:p>
        </p:txBody>
      </p:sp>
      <p:sp>
        <p:nvSpPr>
          <p:cNvPr id="3" name="Shape 1"/>
          <p:cNvSpPr/>
          <p:nvPr/>
        </p:nvSpPr>
        <p:spPr>
          <a:xfrm>
            <a:off x="39687" y="476238"/>
            <a:ext cx="2103385" cy="5595798"/>
          </a:xfrm>
          <a:prstGeom prst="roundRect">
            <a:avLst>
              <a:gd name="adj" fmla="val 2608"/>
            </a:avLst>
          </a:prstGeom>
          <a:ln w="19050">
            <a:solidFill>
              <a:srgbClr val="1B3B6F"/>
            </a:solidFill>
            <a:prstDash val="solid"/>
          </a:ln>
        </p:spPr>
      </p:sp>
      <p:sp>
        <p:nvSpPr>
          <p:cNvPr id="4" name="Shape 2"/>
          <p:cNvSpPr/>
          <p:nvPr/>
        </p:nvSpPr>
        <p:spPr>
          <a:xfrm>
            <a:off x="39687" y="476238"/>
            <a:ext cx="2103385" cy="333367"/>
          </a:xfrm>
          <a:prstGeom prst="roundRect">
            <a:avLst>
              <a:gd name="adj" fmla="val 16458"/>
            </a:avLst>
          </a:prstGeom>
          <a:solidFill>
            <a:srgbClr val="1B3B6F"/>
          </a:solidFill>
          <a:ln/>
        </p:spPr>
      </p:sp>
      <p:sp>
        <p:nvSpPr>
          <p:cNvPr id="5" name="Text 3"/>
          <p:cNvSpPr/>
          <p:nvPr/>
        </p:nvSpPr>
        <p:spPr>
          <a:xfrm>
            <a:off x="39687" y="476238"/>
            <a:ext cx="2103385" cy="333367"/>
          </a:xfrm>
          <a:prstGeom prst="rect">
            <a:avLst/>
          </a:prstGeom>
          <a:noFill/>
          <a:ln/>
        </p:spPr>
        <p:txBody>
          <a:bodyPr wrap="square" lIns="0" tIns="0" rIns="0" bIns="0" rtlCol="0" anchor="ctr"/>
          <a:lstStyle/>
          <a:p>
            <a:pPr marL="0" indent="0" algn="ctr">
              <a:buNone/>
            </a:pPr>
            <a:r>
              <a:rPr lang="en-US" sz="1600" b="1" dirty="0">
                <a:solidFill>
                  <a:srgbClr val="FFFFFF"/>
                </a:solidFill>
                <a:latin typeface="Times New Roman" panose="02020603050405020304" pitchFamily="18" charset="0"/>
                <a:ea typeface="Arial" pitchFamily="34" charset="-122"/>
                <a:cs typeface="Times New Roman" panose="02020603050405020304" pitchFamily="18" charset="0"/>
              </a:rPr>
              <a:t>INPUT SENSORS</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95248" y="793730"/>
            <a:ext cx="1992263" cy="1047724"/>
          </a:xfrm>
          <a:prstGeom prst="roundRect">
            <a:avLst>
              <a:gd name="adj" fmla="val 5236"/>
            </a:avLst>
          </a:prstGeom>
          <a:solidFill>
            <a:srgbClr val="FFFFFF"/>
          </a:solidFill>
          <a:ln w="19050">
            <a:solidFill>
              <a:srgbClr val="1B3B6F"/>
            </a:solidFill>
            <a:prstDash val="solid"/>
          </a:ln>
        </p:spPr>
      </p:sp>
      <p:sp>
        <p:nvSpPr>
          <p:cNvPr id="8" name="Text 5"/>
          <p:cNvSpPr/>
          <p:nvPr/>
        </p:nvSpPr>
        <p:spPr>
          <a:xfrm>
            <a:off x="1239520" y="1087093"/>
            <a:ext cx="824179" cy="190495"/>
          </a:xfrm>
          <a:prstGeom prst="rect">
            <a:avLst/>
          </a:prstGeom>
          <a:noFill/>
          <a:ln/>
        </p:spPr>
        <p:txBody>
          <a:bodyPr wrap="square" lIns="0" tIns="0" rIns="0" bIns="0" rtlCol="0" anchor="ctr"/>
          <a:lstStyle/>
          <a:p>
            <a:pPr marL="0" indent="0" algn="l">
              <a:buNone/>
            </a:pPr>
            <a:r>
              <a:rPr lang="en-US" sz="1500" b="1" dirty="0">
                <a:solidFill>
                  <a:srgbClr val="1A1A2E"/>
                </a:solidFill>
                <a:latin typeface="Times New Roman" panose="02020603050405020304" pitchFamily="18" charset="0"/>
                <a:ea typeface="Arial" pitchFamily="34" charset="-122"/>
                <a:cs typeface="Times New Roman" panose="02020603050405020304" pitchFamily="18" charset="0"/>
              </a:rPr>
              <a:t>Camera</a:t>
            </a:r>
            <a:endParaRPr lang="en-US" sz="1500" dirty="0">
              <a:latin typeface="Times New Roman" panose="02020603050405020304" pitchFamily="18" charset="0"/>
              <a:cs typeface="Times New Roman" panose="02020603050405020304" pitchFamily="18" charset="0"/>
            </a:endParaRPr>
          </a:p>
        </p:txBody>
      </p:sp>
      <p:sp>
        <p:nvSpPr>
          <p:cNvPr id="9" name="Text 6"/>
          <p:cNvSpPr/>
          <p:nvPr/>
        </p:nvSpPr>
        <p:spPr>
          <a:xfrm>
            <a:off x="1444589" y="1277588"/>
            <a:ext cx="619110" cy="269868"/>
          </a:xfrm>
          <a:prstGeom prst="rect">
            <a:avLst/>
          </a:prstGeom>
          <a:noFill/>
          <a:ln/>
        </p:spPr>
        <p:txBody>
          <a:bodyPr wrap="square" lIns="0" tIns="0" rIns="0" bIns="0" rtlCol="0" anchor="ctr"/>
          <a:lstStyle/>
          <a:p>
            <a:pPr marL="0" indent="0" algn="l">
              <a:buNone/>
            </a:pPr>
            <a:r>
              <a:rPr lang="en-US" sz="1100" dirty="0">
                <a:solidFill>
                  <a:srgbClr val="1A1A2E"/>
                </a:solidFill>
                <a:latin typeface="Times New Roman" panose="02020603050405020304" pitchFamily="18" charset="0"/>
                <a:ea typeface="Arial" pitchFamily="34" charset="-122"/>
                <a:cs typeface="Times New Roman" panose="02020603050405020304" pitchFamily="18" charset="0"/>
              </a:rPr>
              <a:t>(Images)</a:t>
            </a:r>
            <a:endParaRPr lang="en-US" sz="1100" dirty="0">
              <a:latin typeface="Times New Roman" panose="02020603050405020304" pitchFamily="18" charset="0"/>
              <a:cs typeface="Times New Roman" panose="02020603050405020304" pitchFamily="18" charset="0"/>
            </a:endParaRPr>
          </a:p>
        </p:txBody>
      </p:sp>
      <p:sp>
        <p:nvSpPr>
          <p:cNvPr id="11" name="Shape 8"/>
          <p:cNvSpPr/>
          <p:nvPr/>
        </p:nvSpPr>
        <p:spPr>
          <a:xfrm>
            <a:off x="95248" y="1936702"/>
            <a:ext cx="1992263" cy="936602"/>
          </a:xfrm>
          <a:prstGeom prst="roundRect">
            <a:avLst>
              <a:gd name="adj" fmla="val 5858"/>
            </a:avLst>
          </a:prstGeom>
          <a:solidFill>
            <a:srgbClr val="FFFFFF"/>
          </a:solidFill>
          <a:ln w="19050">
            <a:solidFill>
              <a:srgbClr val="2E7D32"/>
            </a:solidFill>
            <a:prstDash val="solid"/>
          </a:ln>
        </p:spPr>
      </p:sp>
      <p:sp>
        <p:nvSpPr>
          <p:cNvPr id="13" name="Text 9"/>
          <p:cNvSpPr/>
          <p:nvPr/>
        </p:nvSpPr>
        <p:spPr>
          <a:xfrm>
            <a:off x="1239520" y="2198950"/>
            <a:ext cx="824179" cy="190495"/>
          </a:xfrm>
          <a:prstGeom prst="rect">
            <a:avLst/>
          </a:prstGeom>
          <a:noFill/>
          <a:ln/>
        </p:spPr>
        <p:txBody>
          <a:bodyPr wrap="square" lIns="0" tIns="0" rIns="0" bIns="0" rtlCol="0" anchor="ctr"/>
          <a:lstStyle/>
          <a:p>
            <a:pPr marL="0" indent="0" algn="l">
              <a:buNone/>
            </a:pPr>
            <a:r>
              <a:rPr lang="en-US" sz="1500" b="1" dirty="0">
                <a:solidFill>
                  <a:srgbClr val="1A1A2E"/>
                </a:solidFill>
                <a:latin typeface="Times New Roman" panose="02020603050405020304" pitchFamily="18" charset="0"/>
                <a:ea typeface="Arial" pitchFamily="34" charset="-122"/>
                <a:cs typeface="Times New Roman" panose="02020603050405020304" pitchFamily="18" charset="0"/>
              </a:rPr>
              <a:t>LiDAR</a:t>
            </a:r>
            <a:endParaRPr lang="en-US" sz="1500" dirty="0">
              <a:latin typeface="Times New Roman" panose="02020603050405020304" pitchFamily="18" charset="0"/>
              <a:cs typeface="Times New Roman" panose="02020603050405020304" pitchFamily="18" charset="0"/>
            </a:endParaRPr>
          </a:p>
        </p:txBody>
      </p:sp>
      <p:sp>
        <p:nvSpPr>
          <p:cNvPr id="14" name="Text 10"/>
          <p:cNvSpPr/>
          <p:nvPr/>
        </p:nvSpPr>
        <p:spPr>
          <a:xfrm>
            <a:off x="1239520" y="2389445"/>
            <a:ext cx="824179" cy="242881"/>
          </a:xfrm>
          <a:prstGeom prst="rect">
            <a:avLst/>
          </a:prstGeom>
          <a:noFill/>
          <a:ln/>
        </p:spPr>
        <p:txBody>
          <a:bodyPr wrap="square" lIns="0" tIns="0" rIns="0" bIns="0" rtlCol="0" anchor="ctr"/>
          <a:lstStyle/>
          <a:p>
            <a:pPr marL="0" indent="0" algn="l">
              <a:buNone/>
            </a:pPr>
            <a:r>
              <a:rPr lang="en-US" sz="1100" dirty="0">
                <a:solidFill>
                  <a:srgbClr val="1A1A2E"/>
                </a:solidFill>
                <a:latin typeface="Times New Roman" panose="02020603050405020304" pitchFamily="18" charset="0"/>
                <a:ea typeface="Arial" pitchFamily="34" charset="-122"/>
                <a:cs typeface="Times New Roman" panose="02020603050405020304" pitchFamily="18" charset="0"/>
              </a:rPr>
              <a:t>(Point Cloud)</a:t>
            </a:r>
            <a:endParaRPr lang="en-US" sz="1100" dirty="0">
              <a:latin typeface="Times New Roman" panose="02020603050405020304" pitchFamily="18" charset="0"/>
              <a:cs typeface="Times New Roman" panose="02020603050405020304" pitchFamily="18" charset="0"/>
            </a:endParaRPr>
          </a:p>
        </p:txBody>
      </p:sp>
      <p:sp>
        <p:nvSpPr>
          <p:cNvPr id="16" name="Shape 12"/>
          <p:cNvSpPr/>
          <p:nvPr/>
        </p:nvSpPr>
        <p:spPr>
          <a:xfrm>
            <a:off x="95248" y="2968551"/>
            <a:ext cx="1992263" cy="952476"/>
          </a:xfrm>
          <a:prstGeom prst="roundRect">
            <a:avLst>
              <a:gd name="adj" fmla="val 5760"/>
            </a:avLst>
          </a:prstGeom>
          <a:solidFill>
            <a:srgbClr val="FFFFFF"/>
          </a:solidFill>
          <a:ln w="19050">
            <a:solidFill>
              <a:srgbClr val="E67E22"/>
            </a:solidFill>
            <a:prstDash val="solid"/>
          </a:ln>
        </p:spPr>
      </p:sp>
      <p:sp>
        <p:nvSpPr>
          <p:cNvPr id="18" name="Text 13"/>
          <p:cNvSpPr/>
          <p:nvPr/>
        </p:nvSpPr>
        <p:spPr>
          <a:xfrm>
            <a:off x="1239520" y="3182858"/>
            <a:ext cx="824179" cy="258756"/>
          </a:xfrm>
          <a:prstGeom prst="rect">
            <a:avLst/>
          </a:prstGeom>
          <a:noFill/>
          <a:ln/>
        </p:spPr>
        <p:txBody>
          <a:bodyPr wrap="square" lIns="0" tIns="0" rIns="0" bIns="0" rtlCol="0" anchor="ctr"/>
          <a:lstStyle/>
          <a:p>
            <a:pPr marL="0" indent="0" algn="l">
              <a:buNone/>
            </a:pPr>
            <a:r>
              <a:rPr lang="en-US" sz="1500" b="1" dirty="0">
                <a:solidFill>
                  <a:srgbClr val="1A1A2E"/>
                </a:solidFill>
                <a:latin typeface="Times New Roman" panose="02020603050405020304" pitchFamily="18" charset="0"/>
                <a:ea typeface="Arial" pitchFamily="34" charset="-122"/>
                <a:cs typeface="Times New Roman" panose="02020603050405020304" pitchFamily="18" charset="0"/>
              </a:rPr>
              <a:t>Radar</a:t>
            </a:r>
            <a:endParaRPr lang="en-US" sz="1500" dirty="0">
              <a:latin typeface="Times New Roman" panose="02020603050405020304" pitchFamily="18" charset="0"/>
              <a:cs typeface="Times New Roman" panose="02020603050405020304" pitchFamily="18" charset="0"/>
            </a:endParaRPr>
          </a:p>
        </p:txBody>
      </p:sp>
      <p:sp>
        <p:nvSpPr>
          <p:cNvPr id="19" name="Text 14"/>
          <p:cNvSpPr/>
          <p:nvPr/>
        </p:nvSpPr>
        <p:spPr>
          <a:xfrm>
            <a:off x="1173996" y="3425739"/>
            <a:ext cx="889703" cy="431852"/>
          </a:xfrm>
          <a:prstGeom prst="rect">
            <a:avLst/>
          </a:prstGeom>
          <a:noFill/>
          <a:ln/>
        </p:spPr>
        <p:txBody>
          <a:bodyPr wrap="square" lIns="0" tIns="0" rIns="0" bIns="0" rtlCol="0" anchor="ctr"/>
          <a:lstStyle/>
          <a:p>
            <a:pPr marL="0" indent="0" algn="l">
              <a:buNone/>
            </a:pPr>
            <a:r>
              <a:rPr lang="en-US" sz="1100" dirty="0">
                <a:solidFill>
                  <a:srgbClr val="1A1A2E"/>
                </a:solidFill>
                <a:latin typeface="Times New Roman" panose="02020603050405020304" pitchFamily="18" charset="0"/>
                <a:ea typeface="Arial" pitchFamily="34" charset="-122"/>
                <a:cs typeface="Times New Roman" panose="02020603050405020304" pitchFamily="18" charset="0"/>
              </a:rPr>
              <a:t>(Objects &amp;</a:t>
            </a:r>
            <a:endParaRPr lang="en-US" sz="1100" dirty="0">
              <a:latin typeface="Times New Roman" panose="02020603050405020304" pitchFamily="18" charset="0"/>
              <a:cs typeface="Times New Roman" panose="02020603050405020304" pitchFamily="18" charset="0"/>
            </a:endParaRPr>
          </a:p>
          <a:p>
            <a:pPr marL="0" indent="0" algn="l">
              <a:buNone/>
            </a:pPr>
            <a:r>
              <a:rPr lang="en-US" sz="1100" dirty="0">
                <a:solidFill>
                  <a:srgbClr val="1A1A2E"/>
                </a:solidFill>
                <a:latin typeface="Times New Roman" panose="02020603050405020304" pitchFamily="18" charset="0"/>
                <a:ea typeface="Arial" pitchFamily="34" charset="-122"/>
                <a:cs typeface="Times New Roman" panose="02020603050405020304" pitchFamily="18" charset="0"/>
              </a:rPr>
              <a:t>Velocity)</a:t>
            </a:r>
            <a:endParaRPr lang="en-US" sz="1100" dirty="0">
              <a:latin typeface="Times New Roman" panose="02020603050405020304" pitchFamily="18" charset="0"/>
              <a:cs typeface="Times New Roman" panose="02020603050405020304" pitchFamily="18" charset="0"/>
            </a:endParaRPr>
          </a:p>
        </p:txBody>
      </p:sp>
      <p:sp>
        <p:nvSpPr>
          <p:cNvPr id="21" name="Shape 16"/>
          <p:cNvSpPr/>
          <p:nvPr/>
        </p:nvSpPr>
        <p:spPr>
          <a:xfrm>
            <a:off x="95248" y="4016275"/>
            <a:ext cx="1992263" cy="968351"/>
          </a:xfrm>
          <a:prstGeom prst="roundRect">
            <a:avLst>
              <a:gd name="adj" fmla="val 5666"/>
            </a:avLst>
          </a:prstGeom>
          <a:solidFill>
            <a:srgbClr val="FFFFFF"/>
          </a:solidFill>
          <a:ln w="19050">
            <a:solidFill>
              <a:srgbClr val="6C3FA8"/>
            </a:solidFill>
            <a:prstDash val="solid"/>
          </a:ln>
        </p:spPr>
      </p:sp>
      <p:sp>
        <p:nvSpPr>
          <p:cNvPr id="23" name="Text 17"/>
          <p:cNvSpPr/>
          <p:nvPr/>
        </p:nvSpPr>
        <p:spPr>
          <a:xfrm>
            <a:off x="1444589" y="4287413"/>
            <a:ext cx="619110" cy="206370"/>
          </a:xfrm>
          <a:prstGeom prst="rect">
            <a:avLst/>
          </a:prstGeom>
          <a:noFill/>
          <a:ln/>
        </p:spPr>
        <p:txBody>
          <a:bodyPr wrap="square" lIns="0" tIns="0" rIns="0" bIns="0" rtlCol="0" anchor="ctr"/>
          <a:lstStyle/>
          <a:p>
            <a:pPr marL="0" indent="0" algn="l">
              <a:buNone/>
            </a:pPr>
            <a:r>
              <a:rPr lang="en-US" sz="1500" b="1" dirty="0">
                <a:solidFill>
                  <a:srgbClr val="1A1A2E"/>
                </a:solidFill>
                <a:latin typeface="Times New Roman" panose="02020603050405020304" pitchFamily="18" charset="0"/>
                <a:ea typeface="Arial" pitchFamily="34" charset="-122"/>
                <a:cs typeface="Times New Roman" panose="02020603050405020304" pitchFamily="18" charset="0"/>
              </a:rPr>
              <a:t>GPS</a:t>
            </a:r>
            <a:endParaRPr lang="en-US" sz="1500" dirty="0">
              <a:latin typeface="Times New Roman" panose="02020603050405020304" pitchFamily="18" charset="0"/>
              <a:cs typeface="Times New Roman" panose="02020603050405020304" pitchFamily="18" charset="0"/>
            </a:endParaRPr>
          </a:p>
        </p:txBody>
      </p:sp>
      <p:sp>
        <p:nvSpPr>
          <p:cNvPr id="24" name="Text 18"/>
          <p:cNvSpPr/>
          <p:nvPr/>
        </p:nvSpPr>
        <p:spPr>
          <a:xfrm>
            <a:off x="1444589" y="4477908"/>
            <a:ext cx="619110" cy="269868"/>
          </a:xfrm>
          <a:prstGeom prst="rect">
            <a:avLst/>
          </a:prstGeom>
          <a:noFill/>
          <a:ln/>
        </p:spPr>
        <p:txBody>
          <a:bodyPr wrap="square" lIns="0" tIns="0" rIns="0" bIns="0" rtlCol="0" anchor="ctr"/>
          <a:lstStyle/>
          <a:p>
            <a:pPr marL="0" indent="0" algn="l">
              <a:buNone/>
            </a:pPr>
            <a:r>
              <a:rPr lang="en-US" sz="1100" dirty="0">
                <a:solidFill>
                  <a:srgbClr val="1A1A2E"/>
                </a:solidFill>
                <a:latin typeface="Times New Roman" panose="02020603050405020304" pitchFamily="18" charset="0"/>
                <a:ea typeface="Arial" pitchFamily="34" charset="-122"/>
                <a:cs typeface="Times New Roman" panose="02020603050405020304" pitchFamily="18" charset="0"/>
              </a:rPr>
              <a:t>(Position)</a:t>
            </a:r>
            <a:endParaRPr lang="en-US" sz="1100" dirty="0">
              <a:latin typeface="Times New Roman" panose="02020603050405020304" pitchFamily="18" charset="0"/>
              <a:cs typeface="Times New Roman" panose="02020603050405020304" pitchFamily="18" charset="0"/>
            </a:endParaRPr>
          </a:p>
        </p:txBody>
      </p:sp>
      <p:sp>
        <p:nvSpPr>
          <p:cNvPr id="26" name="Shape 20"/>
          <p:cNvSpPr/>
          <p:nvPr/>
        </p:nvSpPr>
        <p:spPr>
          <a:xfrm>
            <a:off x="95248" y="5079873"/>
            <a:ext cx="1992263" cy="968351"/>
          </a:xfrm>
          <a:prstGeom prst="roundRect">
            <a:avLst>
              <a:gd name="adj" fmla="val 5666"/>
            </a:avLst>
          </a:prstGeom>
          <a:solidFill>
            <a:srgbClr val="FFFFFF"/>
          </a:solidFill>
          <a:ln w="19050">
            <a:solidFill>
              <a:srgbClr val="C0392B"/>
            </a:solidFill>
            <a:prstDash val="solid"/>
          </a:ln>
        </p:spPr>
      </p:sp>
      <p:sp>
        <p:nvSpPr>
          <p:cNvPr id="28" name="Text 21"/>
          <p:cNvSpPr/>
          <p:nvPr/>
        </p:nvSpPr>
        <p:spPr>
          <a:xfrm>
            <a:off x="1444589" y="5351011"/>
            <a:ext cx="619110" cy="206370"/>
          </a:xfrm>
          <a:prstGeom prst="rect">
            <a:avLst/>
          </a:prstGeom>
          <a:noFill/>
          <a:ln/>
        </p:spPr>
        <p:txBody>
          <a:bodyPr wrap="square" lIns="0" tIns="0" rIns="0" bIns="0" rtlCol="0" anchor="ctr"/>
          <a:lstStyle/>
          <a:p>
            <a:pPr marL="0" indent="0" algn="l">
              <a:buNone/>
            </a:pPr>
            <a:r>
              <a:rPr lang="en-US" sz="1500" b="1" dirty="0">
                <a:latin typeface="Times New Roman" panose="02020603050405020304" pitchFamily="18" charset="0"/>
                <a:cs typeface="Times New Roman" panose="02020603050405020304" pitchFamily="18" charset="0"/>
              </a:rPr>
              <a:t>IMU</a:t>
            </a:r>
          </a:p>
        </p:txBody>
      </p:sp>
      <p:sp>
        <p:nvSpPr>
          <p:cNvPr id="29" name="Text 22"/>
          <p:cNvSpPr/>
          <p:nvPr/>
        </p:nvSpPr>
        <p:spPr>
          <a:xfrm>
            <a:off x="1444589" y="5541506"/>
            <a:ext cx="619110" cy="269868"/>
          </a:xfrm>
          <a:prstGeom prst="rect">
            <a:avLst/>
          </a:prstGeom>
          <a:noFill/>
          <a:ln/>
        </p:spPr>
        <p:txBody>
          <a:bodyPr wrap="square" lIns="0" tIns="0" rIns="0" bIns="0" rtlCol="0" anchor="ctr"/>
          <a:lstStyle/>
          <a:p>
            <a:pPr marL="0" indent="0" algn="l">
              <a:buNone/>
            </a:pPr>
            <a:endParaRPr lang="en-US" sz="1100" dirty="0"/>
          </a:p>
        </p:txBody>
      </p:sp>
      <p:sp>
        <p:nvSpPr>
          <p:cNvPr id="31" name="Shape 24"/>
          <p:cNvSpPr/>
          <p:nvPr/>
        </p:nvSpPr>
        <p:spPr>
          <a:xfrm>
            <a:off x="2658996" y="714357"/>
            <a:ext cx="6191095" cy="3571786"/>
          </a:xfrm>
          <a:prstGeom prst="roundRect">
            <a:avLst>
              <a:gd name="adj" fmla="val 1536"/>
            </a:avLst>
          </a:prstGeom>
          <a:solidFill>
            <a:srgbClr val="FFF6E9"/>
          </a:solidFill>
          <a:ln w="19050">
            <a:solidFill>
              <a:srgbClr val="E67E22"/>
            </a:solidFill>
            <a:prstDash val="solid"/>
          </a:ln>
        </p:spPr>
      </p:sp>
      <p:sp>
        <p:nvSpPr>
          <p:cNvPr id="32" name="Text 25"/>
          <p:cNvSpPr/>
          <p:nvPr/>
        </p:nvSpPr>
        <p:spPr>
          <a:xfrm>
            <a:off x="2658996" y="761981"/>
            <a:ext cx="6191095" cy="269868"/>
          </a:xfrm>
          <a:prstGeom prst="rect">
            <a:avLst/>
          </a:prstGeom>
          <a:noFill/>
          <a:ln/>
        </p:spPr>
        <p:txBody>
          <a:bodyPr wrap="square" lIns="0" tIns="0" rIns="0" bIns="0" rtlCol="0" anchor="ctr"/>
          <a:lstStyle/>
          <a:p>
            <a:pPr marL="0" indent="0" algn="ctr">
              <a:buNone/>
            </a:pPr>
            <a:r>
              <a:rPr lang="en-US" sz="1900" b="1" dirty="0">
                <a:solidFill>
                  <a:srgbClr val="E67E22"/>
                </a:solidFill>
                <a:latin typeface="Times New Roman" panose="02020603050405020304" pitchFamily="18" charset="0"/>
                <a:ea typeface="Arial" pitchFamily="34" charset="-122"/>
                <a:cs typeface="Times New Roman" panose="02020603050405020304" pitchFamily="18" charset="0"/>
              </a:rPr>
              <a:t>PERCEPTION</a:t>
            </a:r>
            <a:endParaRPr lang="en-US" sz="1900" dirty="0">
              <a:latin typeface="Times New Roman" panose="02020603050405020304" pitchFamily="18" charset="0"/>
              <a:cs typeface="Times New Roman" panose="02020603050405020304" pitchFamily="18" charset="0"/>
            </a:endParaRPr>
          </a:p>
        </p:txBody>
      </p:sp>
      <p:sp>
        <p:nvSpPr>
          <p:cNvPr id="33" name="Shape 26"/>
          <p:cNvSpPr/>
          <p:nvPr/>
        </p:nvSpPr>
        <p:spPr>
          <a:xfrm>
            <a:off x="2778056" y="1047724"/>
            <a:ext cx="5952976" cy="1547774"/>
          </a:xfrm>
          <a:prstGeom prst="roundRect">
            <a:avLst>
              <a:gd name="adj" fmla="val 3545"/>
            </a:avLst>
          </a:prstGeom>
          <a:solidFill>
            <a:srgbClr val="FFFFFF"/>
          </a:solidFill>
          <a:ln w="12700">
            <a:solidFill>
              <a:srgbClr val="E67E22"/>
            </a:solidFill>
            <a:prstDash val="solid"/>
          </a:ln>
        </p:spPr>
      </p:sp>
      <p:sp>
        <p:nvSpPr>
          <p:cNvPr id="34" name="Text 27"/>
          <p:cNvSpPr/>
          <p:nvPr/>
        </p:nvSpPr>
        <p:spPr>
          <a:xfrm>
            <a:off x="2778056" y="1095348"/>
            <a:ext cx="5952976" cy="190495"/>
          </a:xfrm>
          <a:prstGeom prst="rect">
            <a:avLst/>
          </a:prstGeom>
          <a:noFill/>
          <a:ln/>
        </p:spPr>
        <p:txBody>
          <a:bodyPr wrap="square" lIns="0" tIns="0" rIns="0" bIns="0" rtlCol="0" anchor="ctr"/>
          <a:lstStyle/>
          <a:p>
            <a:pPr marL="0" indent="0" algn="ctr">
              <a:buNone/>
            </a:pPr>
            <a:r>
              <a:rPr lang="en-US" sz="1300" b="1" dirty="0">
                <a:solidFill>
                  <a:srgbClr val="E67E22"/>
                </a:solidFill>
                <a:latin typeface="Times New Roman" panose="02020603050405020304" pitchFamily="18" charset="0"/>
                <a:ea typeface="Arial" pitchFamily="34" charset="-122"/>
                <a:cs typeface="Times New Roman" panose="02020603050405020304" pitchFamily="18" charset="0"/>
              </a:rPr>
              <a:t>1. IMAGE ACQUISITION &amp; PREPROCESSING</a:t>
            </a:r>
            <a:endParaRPr lang="en-US" sz="1300" dirty="0">
              <a:latin typeface="Times New Roman" panose="02020603050405020304" pitchFamily="18" charset="0"/>
              <a:cs typeface="Times New Roman" panose="02020603050405020304" pitchFamily="18" charset="0"/>
            </a:endParaRPr>
          </a:p>
        </p:txBody>
      </p:sp>
      <p:sp>
        <p:nvSpPr>
          <p:cNvPr id="35" name="Text 28"/>
          <p:cNvSpPr/>
          <p:nvPr/>
        </p:nvSpPr>
        <p:spPr>
          <a:xfrm>
            <a:off x="2817742" y="1365216"/>
            <a:ext cx="857229" cy="158746"/>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Input Image</a:t>
            </a:r>
            <a:endParaRPr lang="en-US" sz="1100" dirty="0">
              <a:latin typeface="Times New Roman" panose="02020603050405020304" pitchFamily="18" charset="0"/>
              <a:cs typeface="Times New Roman" panose="02020603050405020304" pitchFamily="18" charset="0"/>
            </a:endParaRPr>
          </a:p>
        </p:txBody>
      </p:sp>
      <p:sp>
        <p:nvSpPr>
          <p:cNvPr id="37" name="Shape 29"/>
          <p:cNvSpPr/>
          <p:nvPr/>
        </p:nvSpPr>
        <p:spPr>
          <a:xfrm>
            <a:off x="3690845" y="1944639"/>
            <a:ext cx="174621" cy="158746"/>
          </a:xfrm>
          <a:prstGeom prst="rightArrow">
            <a:avLst/>
          </a:prstGeom>
          <a:solidFill>
            <a:srgbClr val="0D2A55"/>
          </a:solidFill>
          <a:ln/>
        </p:spPr>
      </p:sp>
      <p:sp>
        <p:nvSpPr>
          <p:cNvPr id="38" name="Text 30"/>
          <p:cNvSpPr/>
          <p:nvPr/>
        </p:nvSpPr>
        <p:spPr>
          <a:xfrm>
            <a:off x="3889278" y="1365216"/>
            <a:ext cx="857229" cy="158746"/>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Resize</a:t>
            </a:r>
            <a:endParaRPr lang="en-US" sz="1100" dirty="0">
              <a:latin typeface="Times New Roman" panose="02020603050405020304" pitchFamily="18" charset="0"/>
              <a:cs typeface="Times New Roman" panose="02020603050405020304" pitchFamily="18" charset="0"/>
            </a:endParaRPr>
          </a:p>
        </p:txBody>
      </p:sp>
      <p:sp>
        <p:nvSpPr>
          <p:cNvPr id="40" name="Shape 31"/>
          <p:cNvSpPr/>
          <p:nvPr/>
        </p:nvSpPr>
        <p:spPr>
          <a:xfrm>
            <a:off x="4762381" y="1944639"/>
            <a:ext cx="174621" cy="158746"/>
          </a:xfrm>
          <a:prstGeom prst="rightArrow">
            <a:avLst/>
          </a:prstGeom>
          <a:solidFill>
            <a:srgbClr val="0D2A55"/>
          </a:solidFill>
          <a:ln/>
        </p:spPr>
      </p:sp>
      <p:sp>
        <p:nvSpPr>
          <p:cNvPr id="41" name="Text 32"/>
          <p:cNvSpPr/>
          <p:nvPr/>
        </p:nvSpPr>
        <p:spPr>
          <a:xfrm>
            <a:off x="4960813" y="1365216"/>
            <a:ext cx="857229" cy="158746"/>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Grayscale</a:t>
            </a:r>
            <a:endParaRPr lang="en-US" sz="1100" dirty="0">
              <a:latin typeface="Times New Roman" panose="02020603050405020304" pitchFamily="18" charset="0"/>
              <a:cs typeface="Times New Roman" panose="02020603050405020304" pitchFamily="18" charset="0"/>
            </a:endParaRPr>
          </a:p>
        </p:txBody>
      </p:sp>
      <p:sp>
        <p:nvSpPr>
          <p:cNvPr id="43" name="Shape 33"/>
          <p:cNvSpPr/>
          <p:nvPr/>
        </p:nvSpPr>
        <p:spPr>
          <a:xfrm>
            <a:off x="5833917" y="1944639"/>
            <a:ext cx="174621" cy="158746"/>
          </a:xfrm>
          <a:prstGeom prst="rightArrow">
            <a:avLst/>
          </a:prstGeom>
          <a:solidFill>
            <a:srgbClr val="0D2A55"/>
          </a:solidFill>
          <a:ln/>
        </p:spPr>
      </p:sp>
      <p:sp>
        <p:nvSpPr>
          <p:cNvPr id="44" name="Text 34"/>
          <p:cNvSpPr/>
          <p:nvPr/>
        </p:nvSpPr>
        <p:spPr>
          <a:xfrm>
            <a:off x="6032349" y="1365216"/>
            <a:ext cx="857229" cy="158746"/>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Gaussian Blur</a:t>
            </a:r>
            <a:endParaRPr lang="en-US" sz="1100" dirty="0">
              <a:latin typeface="Times New Roman" panose="02020603050405020304" pitchFamily="18" charset="0"/>
              <a:cs typeface="Times New Roman" panose="02020603050405020304" pitchFamily="18" charset="0"/>
            </a:endParaRPr>
          </a:p>
        </p:txBody>
      </p:sp>
      <p:sp>
        <p:nvSpPr>
          <p:cNvPr id="46" name="Shape 35"/>
          <p:cNvSpPr/>
          <p:nvPr/>
        </p:nvSpPr>
        <p:spPr>
          <a:xfrm>
            <a:off x="6905452" y="1944639"/>
            <a:ext cx="174621" cy="158746"/>
          </a:xfrm>
          <a:prstGeom prst="rightArrow">
            <a:avLst/>
          </a:prstGeom>
          <a:solidFill>
            <a:srgbClr val="0D2A55"/>
          </a:solidFill>
          <a:ln/>
        </p:spPr>
      </p:sp>
      <p:sp>
        <p:nvSpPr>
          <p:cNvPr id="47" name="Text 36"/>
          <p:cNvSpPr/>
          <p:nvPr/>
        </p:nvSpPr>
        <p:spPr>
          <a:xfrm>
            <a:off x="7103885" y="1365216"/>
            <a:ext cx="857229" cy="158746"/>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Edge Detection</a:t>
            </a:r>
            <a:endParaRPr lang="en-US" sz="1100" dirty="0">
              <a:latin typeface="Times New Roman" panose="02020603050405020304" pitchFamily="18" charset="0"/>
              <a:cs typeface="Times New Roman" panose="02020603050405020304" pitchFamily="18" charset="0"/>
            </a:endParaRPr>
          </a:p>
        </p:txBody>
      </p:sp>
      <p:sp>
        <p:nvSpPr>
          <p:cNvPr id="49" name="Shape 37"/>
          <p:cNvSpPr/>
          <p:nvPr/>
        </p:nvSpPr>
        <p:spPr>
          <a:xfrm>
            <a:off x="2778056" y="2658996"/>
            <a:ext cx="5952976" cy="1547774"/>
          </a:xfrm>
          <a:prstGeom prst="roundRect">
            <a:avLst>
              <a:gd name="adj" fmla="val 3545"/>
            </a:avLst>
          </a:prstGeom>
          <a:solidFill>
            <a:srgbClr val="F2F8EF"/>
          </a:solidFill>
          <a:ln w="12700">
            <a:solidFill>
              <a:srgbClr val="E67E22"/>
            </a:solidFill>
            <a:prstDash val="solid"/>
          </a:ln>
        </p:spPr>
      </p:sp>
      <p:sp>
        <p:nvSpPr>
          <p:cNvPr id="50" name="Text 38"/>
          <p:cNvSpPr/>
          <p:nvPr/>
        </p:nvSpPr>
        <p:spPr>
          <a:xfrm>
            <a:off x="2778056" y="2706620"/>
            <a:ext cx="5952976" cy="190495"/>
          </a:xfrm>
          <a:prstGeom prst="rect">
            <a:avLst/>
          </a:prstGeom>
          <a:noFill/>
          <a:ln/>
        </p:spPr>
        <p:txBody>
          <a:bodyPr wrap="square" lIns="0" tIns="0" rIns="0" bIns="0" rtlCol="0" anchor="ctr"/>
          <a:lstStyle/>
          <a:p>
            <a:pPr marL="0" indent="0" algn="ctr">
              <a:buNone/>
            </a:pPr>
            <a:r>
              <a:rPr lang="en-US" sz="1300" b="1" dirty="0">
                <a:solidFill>
                  <a:srgbClr val="E67E22"/>
                </a:solidFill>
                <a:latin typeface="Times New Roman" panose="02020603050405020304" pitchFamily="18" charset="0"/>
                <a:ea typeface="Arial" pitchFamily="34" charset="-122"/>
                <a:cs typeface="Times New Roman" panose="02020603050405020304" pitchFamily="18" charset="0"/>
              </a:rPr>
              <a:t>2. PERCEPTION TASKS</a:t>
            </a:r>
            <a:endParaRPr lang="en-US" sz="1300" dirty="0">
              <a:latin typeface="Times New Roman" panose="02020603050405020304" pitchFamily="18" charset="0"/>
              <a:cs typeface="Times New Roman" panose="02020603050405020304" pitchFamily="18" charset="0"/>
            </a:endParaRPr>
          </a:p>
        </p:txBody>
      </p:sp>
      <p:sp>
        <p:nvSpPr>
          <p:cNvPr id="51" name="Shape 39"/>
          <p:cNvSpPr/>
          <p:nvPr/>
        </p:nvSpPr>
        <p:spPr>
          <a:xfrm>
            <a:off x="2801867" y="2952676"/>
            <a:ext cx="1047724" cy="1190595"/>
          </a:xfrm>
          <a:prstGeom prst="roundRect">
            <a:avLst>
              <a:gd name="adj" fmla="val 5236"/>
            </a:avLst>
          </a:prstGeom>
          <a:solidFill>
            <a:srgbClr val="FFFFFF"/>
          </a:solidFill>
          <a:ln w="12700">
            <a:solidFill>
              <a:srgbClr val="2E7D32"/>
            </a:solidFill>
            <a:prstDash val="solid"/>
          </a:ln>
        </p:spPr>
      </p:sp>
      <p:sp>
        <p:nvSpPr>
          <p:cNvPr id="52" name="Text 40"/>
          <p:cNvSpPr/>
          <p:nvPr/>
        </p:nvSpPr>
        <p:spPr>
          <a:xfrm>
            <a:off x="2841554" y="3000300"/>
            <a:ext cx="968351" cy="25399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Lane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Detection</a:t>
            </a:r>
            <a:endParaRPr lang="en-US" sz="1100" dirty="0">
              <a:latin typeface="Times New Roman" panose="02020603050405020304" pitchFamily="18" charset="0"/>
              <a:cs typeface="Times New Roman" panose="02020603050405020304" pitchFamily="18" charset="0"/>
            </a:endParaRPr>
          </a:p>
        </p:txBody>
      </p:sp>
      <p:pic>
        <p:nvPicPr>
          <p:cNvPr id="53" name="Image 10" descr="assets/t_lane.png"/>
          <p:cNvPicPr>
            <a:picLocks noChangeAspect="1"/>
          </p:cNvPicPr>
          <p:nvPr/>
        </p:nvPicPr>
        <p:blipFill>
          <a:blip r:embed="rId3"/>
          <a:stretch>
            <a:fillRect/>
          </a:stretch>
        </p:blipFill>
        <p:spPr>
          <a:xfrm>
            <a:off x="2968551" y="3270168"/>
            <a:ext cx="714357" cy="761981"/>
          </a:xfrm>
          <a:prstGeom prst="rect">
            <a:avLst/>
          </a:prstGeom>
        </p:spPr>
      </p:pic>
      <p:sp>
        <p:nvSpPr>
          <p:cNvPr id="54" name="Shape 41"/>
          <p:cNvSpPr/>
          <p:nvPr/>
        </p:nvSpPr>
        <p:spPr>
          <a:xfrm>
            <a:off x="3897215" y="2952676"/>
            <a:ext cx="1047724" cy="1190595"/>
          </a:xfrm>
          <a:prstGeom prst="roundRect">
            <a:avLst>
              <a:gd name="adj" fmla="val 5236"/>
            </a:avLst>
          </a:prstGeom>
          <a:solidFill>
            <a:srgbClr val="FFFFFF"/>
          </a:solidFill>
          <a:ln w="12700">
            <a:solidFill>
              <a:srgbClr val="2E7D32"/>
            </a:solidFill>
            <a:prstDash val="solid"/>
          </a:ln>
        </p:spPr>
      </p:sp>
      <p:sp>
        <p:nvSpPr>
          <p:cNvPr id="55" name="Text 42"/>
          <p:cNvSpPr/>
          <p:nvPr/>
        </p:nvSpPr>
        <p:spPr>
          <a:xfrm>
            <a:off x="3936902" y="3000300"/>
            <a:ext cx="968351" cy="25399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Vehicle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Detection</a:t>
            </a:r>
            <a:endParaRPr lang="en-US" sz="1100" dirty="0">
              <a:latin typeface="Times New Roman" panose="02020603050405020304" pitchFamily="18" charset="0"/>
              <a:cs typeface="Times New Roman" panose="02020603050405020304" pitchFamily="18" charset="0"/>
            </a:endParaRPr>
          </a:p>
        </p:txBody>
      </p:sp>
      <p:pic>
        <p:nvPicPr>
          <p:cNvPr id="56" name="Image 11" descr="assets/t_vehicle.png"/>
          <p:cNvPicPr>
            <a:picLocks noChangeAspect="1"/>
          </p:cNvPicPr>
          <p:nvPr/>
        </p:nvPicPr>
        <p:blipFill>
          <a:blip r:embed="rId4"/>
          <a:stretch>
            <a:fillRect/>
          </a:stretch>
        </p:blipFill>
        <p:spPr>
          <a:xfrm>
            <a:off x="4063898" y="3270168"/>
            <a:ext cx="714357" cy="761981"/>
          </a:xfrm>
          <a:prstGeom prst="rect">
            <a:avLst/>
          </a:prstGeom>
        </p:spPr>
      </p:pic>
      <p:sp>
        <p:nvSpPr>
          <p:cNvPr id="57" name="Shape 43"/>
          <p:cNvSpPr/>
          <p:nvPr/>
        </p:nvSpPr>
        <p:spPr>
          <a:xfrm>
            <a:off x="4992563" y="2952676"/>
            <a:ext cx="1047724" cy="1190595"/>
          </a:xfrm>
          <a:prstGeom prst="roundRect">
            <a:avLst>
              <a:gd name="adj" fmla="val 5236"/>
            </a:avLst>
          </a:prstGeom>
          <a:solidFill>
            <a:srgbClr val="FFFFFF"/>
          </a:solidFill>
          <a:ln w="12700">
            <a:solidFill>
              <a:srgbClr val="2E7D32"/>
            </a:solidFill>
            <a:prstDash val="solid"/>
          </a:ln>
        </p:spPr>
      </p:sp>
      <p:sp>
        <p:nvSpPr>
          <p:cNvPr id="58" name="Text 44"/>
          <p:cNvSpPr/>
          <p:nvPr/>
        </p:nvSpPr>
        <p:spPr>
          <a:xfrm>
            <a:off x="5032249" y="3000300"/>
            <a:ext cx="968351" cy="25399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Pedestrian</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Detection</a:t>
            </a:r>
            <a:endParaRPr lang="en-US" sz="1100" dirty="0">
              <a:latin typeface="Times New Roman" panose="02020603050405020304" pitchFamily="18" charset="0"/>
              <a:cs typeface="Times New Roman" panose="02020603050405020304" pitchFamily="18" charset="0"/>
            </a:endParaRPr>
          </a:p>
        </p:txBody>
      </p:sp>
      <p:pic>
        <p:nvPicPr>
          <p:cNvPr id="59" name="Image 12" descr="assets/t_pedestrian.png"/>
          <p:cNvPicPr>
            <a:picLocks noChangeAspect="1"/>
          </p:cNvPicPr>
          <p:nvPr/>
        </p:nvPicPr>
        <p:blipFill>
          <a:blip r:embed="rId5"/>
          <a:stretch>
            <a:fillRect/>
          </a:stretch>
        </p:blipFill>
        <p:spPr>
          <a:xfrm>
            <a:off x="5159246" y="3270168"/>
            <a:ext cx="714357" cy="761981"/>
          </a:xfrm>
          <a:prstGeom prst="rect">
            <a:avLst/>
          </a:prstGeom>
        </p:spPr>
      </p:pic>
      <p:sp>
        <p:nvSpPr>
          <p:cNvPr id="60" name="Shape 45"/>
          <p:cNvSpPr/>
          <p:nvPr/>
        </p:nvSpPr>
        <p:spPr>
          <a:xfrm>
            <a:off x="6087910" y="2952676"/>
            <a:ext cx="1047724" cy="1190595"/>
          </a:xfrm>
          <a:prstGeom prst="roundRect">
            <a:avLst>
              <a:gd name="adj" fmla="val 5236"/>
            </a:avLst>
          </a:prstGeom>
          <a:solidFill>
            <a:srgbClr val="FFFFFF"/>
          </a:solidFill>
          <a:ln w="12700">
            <a:solidFill>
              <a:srgbClr val="2E7D32"/>
            </a:solidFill>
            <a:prstDash val="solid"/>
          </a:ln>
        </p:spPr>
      </p:sp>
      <p:sp>
        <p:nvSpPr>
          <p:cNvPr id="61" name="Text 46"/>
          <p:cNvSpPr/>
          <p:nvPr/>
        </p:nvSpPr>
        <p:spPr>
          <a:xfrm>
            <a:off x="6127597" y="3000300"/>
            <a:ext cx="968351" cy="25399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Traffic Sign</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Detection</a:t>
            </a:r>
            <a:endParaRPr lang="en-US" sz="1100" dirty="0">
              <a:latin typeface="Times New Roman" panose="02020603050405020304" pitchFamily="18" charset="0"/>
              <a:cs typeface="Times New Roman" panose="02020603050405020304" pitchFamily="18" charset="0"/>
            </a:endParaRPr>
          </a:p>
        </p:txBody>
      </p:sp>
      <p:pic>
        <p:nvPicPr>
          <p:cNvPr id="62" name="Image 13" descr="assets/t_trafficsign.png"/>
          <p:cNvPicPr>
            <a:picLocks noChangeAspect="1"/>
          </p:cNvPicPr>
          <p:nvPr/>
        </p:nvPicPr>
        <p:blipFill>
          <a:blip r:embed="rId6"/>
          <a:stretch>
            <a:fillRect/>
          </a:stretch>
        </p:blipFill>
        <p:spPr>
          <a:xfrm>
            <a:off x="6254594" y="3270168"/>
            <a:ext cx="714357" cy="761981"/>
          </a:xfrm>
          <a:prstGeom prst="rect">
            <a:avLst/>
          </a:prstGeom>
        </p:spPr>
      </p:pic>
      <p:sp>
        <p:nvSpPr>
          <p:cNvPr id="63" name="Shape 47"/>
          <p:cNvSpPr/>
          <p:nvPr/>
        </p:nvSpPr>
        <p:spPr>
          <a:xfrm>
            <a:off x="7183258" y="2952676"/>
            <a:ext cx="1047724" cy="1190595"/>
          </a:xfrm>
          <a:prstGeom prst="roundRect">
            <a:avLst>
              <a:gd name="adj" fmla="val 5236"/>
            </a:avLst>
          </a:prstGeom>
          <a:solidFill>
            <a:srgbClr val="FFFFFF"/>
          </a:solidFill>
          <a:ln w="12700">
            <a:solidFill>
              <a:srgbClr val="2E7D32"/>
            </a:solidFill>
            <a:prstDash val="solid"/>
          </a:ln>
        </p:spPr>
      </p:sp>
      <p:sp>
        <p:nvSpPr>
          <p:cNvPr id="64" name="Text 48"/>
          <p:cNvSpPr/>
          <p:nvPr/>
        </p:nvSpPr>
        <p:spPr>
          <a:xfrm>
            <a:off x="7222944" y="3000300"/>
            <a:ext cx="968351" cy="25399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Traffic Light</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Detection</a:t>
            </a:r>
            <a:endParaRPr lang="en-US" sz="1100" dirty="0">
              <a:latin typeface="Times New Roman" panose="02020603050405020304" pitchFamily="18" charset="0"/>
              <a:cs typeface="Times New Roman" panose="02020603050405020304" pitchFamily="18" charset="0"/>
            </a:endParaRPr>
          </a:p>
        </p:txBody>
      </p:sp>
      <p:pic>
        <p:nvPicPr>
          <p:cNvPr id="65" name="Image 14" descr="assets/t_trafficlight.png"/>
          <p:cNvPicPr>
            <a:picLocks noChangeAspect="1"/>
          </p:cNvPicPr>
          <p:nvPr/>
        </p:nvPicPr>
        <p:blipFill>
          <a:blip r:embed="rId7"/>
          <a:stretch>
            <a:fillRect/>
          </a:stretch>
        </p:blipFill>
        <p:spPr>
          <a:xfrm>
            <a:off x="7349941" y="3270168"/>
            <a:ext cx="714357" cy="761981"/>
          </a:xfrm>
          <a:prstGeom prst="rect">
            <a:avLst/>
          </a:prstGeom>
        </p:spPr>
      </p:pic>
      <p:sp>
        <p:nvSpPr>
          <p:cNvPr id="66" name="Shape 49"/>
          <p:cNvSpPr/>
          <p:nvPr/>
        </p:nvSpPr>
        <p:spPr>
          <a:xfrm>
            <a:off x="2897115" y="4524262"/>
            <a:ext cx="4524262" cy="1508087"/>
          </a:xfrm>
          <a:prstGeom prst="roundRect">
            <a:avLst>
              <a:gd name="adj" fmla="val 3638"/>
            </a:avLst>
          </a:prstGeom>
          <a:solidFill>
            <a:srgbClr val="EAF6EC"/>
          </a:solidFill>
          <a:ln w="19050">
            <a:solidFill>
              <a:srgbClr val="2E7D32"/>
            </a:solidFill>
            <a:prstDash val="solid"/>
          </a:ln>
        </p:spPr>
      </p:sp>
      <p:sp>
        <p:nvSpPr>
          <p:cNvPr id="67" name="Text 50"/>
          <p:cNvSpPr/>
          <p:nvPr/>
        </p:nvSpPr>
        <p:spPr>
          <a:xfrm>
            <a:off x="2897115" y="4571886"/>
            <a:ext cx="4524262" cy="238119"/>
          </a:xfrm>
          <a:prstGeom prst="rect">
            <a:avLst/>
          </a:prstGeom>
          <a:noFill/>
          <a:ln/>
        </p:spPr>
        <p:txBody>
          <a:bodyPr wrap="square" lIns="0" tIns="0" rIns="0" bIns="0" rtlCol="0" anchor="ctr"/>
          <a:lstStyle/>
          <a:p>
            <a:pPr marL="0" indent="0" algn="ctr">
              <a:buNone/>
            </a:pPr>
            <a:r>
              <a:rPr lang="en-US" sz="1800" b="1" dirty="0">
                <a:solidFill>
                  <a:srgbClr val="2E7D32"/>
                </a:solidFill>
                <a:latin typeface="Times New Roman" panose="02020603050405020304" pitchFamily="18" charset="0"/>
                <a:ea typeface="Arial" pitchFamily="34" charset="-122"/>
                <a:cs typeface="Times New Roman" panose="02020603050405020304" pitchFamily="18" charset="0"/>
              </a:rPr>
              <a:t>LOCALIZATION</a:t>
            </a:r>
            <a:endParaRPr lang="en-US" sz="1800" dirty="0">
              <a:latin typeface="Times New Roman" panose="02020603050405020304" pitchFamily="18" charset="0"/>
              <a:cs typeface="Times New Roman" panose="02020603050405020304" pitchFamily="18" charset="0"/>
            </a:endParaRPr>
          </a:p>
        </p:txBody>
      </p:sp>
      <p:sp>
        <p:nvSpPr>
          <p:cNvPr id="68" name="Text 51"/>
          <p:cNvSpPr/>
          <p:nvPr/>
        </p:nvSpPr>
        <p:spPr>
          <a:xfrm>
            <a:off x="3095548" y="4841754"/>
            <a:ext cx="1230282" cy="253994"/>
          </a:xfrm>
          <a:prstGeom prst="rect">
            <a:avLst/>
          </a:prstGeom>
          <a:noFill/>
          <a:ln/>
        </p:spPr>
        <p:txBody>
          <a:bodyPr wrap="square" lIns="0" tIns="0" rIns="0" bIns="0" rtlCol="0" anchor="ctr"/>
          <a:lstStyle/>
          <a:p>
            <a:pPr marL="0" indent="0" algn="ctr">
              <a:buNone/>
            </a:pPr>
            <a:r>
              <a:rPr lang="en-US" sz="1200" b="1" dirty="0">
                <a:solidFill>
                  <a:srgbClr val="1A1A2E"/>
                </a:solidFill>
                <a:latin typeface="Times New Roman" panose="02020603050405020304" pitchFamily="18" charset="0"/>
                <a:ea typeface="Arial" pitchFamily="34" charset="-122"/>
                <a:cs typeface="Times New Roman" panose="02020603050405020304" pitchFamily="18" charset="0"/>
              </a:rPr>
              <a:t>Map Data</a:t>
            </a:r>
            <a:endParaRPr lang="en-US" sz="1200" dirty="0">
              <a:latin typeface="Times New Roman" panose="02020603050405020304" pitchFamily="18" charset="0"/>
              <a:cs typeface="Times New Roman" panose="02020603050405020304" pitchFamily="18" charset="0"/>
            </a:endParaRPr>
          </a:p>
        </p:txBody>
      </p:sp>
      <p:sp>
        <p:nvSpPr>
          <p:cNvPr id="69" name="Shape 52"/>
          <p:cNvSpPr/>
          <p:nvPr/>
        </p:nvSpPr>
        <p:spPr>
          <a:xfrm>
            <a:off x="3095548" y="5111622"/>
            <a:ext cx="1230282" cy="793730"/>
          </a:xfrm>
          <a:prstGeom prst="roundRect">
            <a:avLst>
              <a:gd name="adj" fmla="val 6912"/>
            </a:avLst>
          </a:prstGeom>
          <a:solidFill>
            <a:srgbClr val="FFFFFF"/>
          </a:solidFill>
          <a:ln w="12700">
            <a:solidFill>
              <a:srgbClr val="2E7D32"/>
            </a:solidFill>
            <a:prstDash val="solid"/>
          </a:ln>
        </p:spPr>
      </p:sp>
      <p:pic>
        <p:nvPicPr>
          <p:cNvPr id="70" name="Image 15" descr="assets/t_mapdata.png"/>
          <p:cNvPicPr>
            <a:picLocks noChangeAspect="1"/>
          </p:cNvPicPr>
          <p:nvPr/>
        </p:nvPicPr>
        <p:blipFill>
          <a:blip r:embed="rId8"/>
          <a:stretch>
            <a:fillRect/>
          </a:stretch>
        </p:blipFill>
        <p:spPr>
          <a:xfrm>
            <a:off x="3135234" y="5151309"/>
            <a:ext cx="1150909" cy="714357"/>
          </a:xfrm>
          <a:prstGeom prst="rect">
            <a:avLst/>
          </a:prstGeom>
        </p:spPr>
      </p:pic>
      <p:sp>
        <p:nvSpPr>
          <p:cNvPr id="71" name="Shape 53"/>
          <p:cNvSpPr/>
          <p:nvPr/>
        </p:nvSpPr>
        <p:spPr>
          <a:xfrm>
            <a:off x="4349641" y="5437052"/>
            <a:ext cx="142871" cy="158746"/>
          </a:xfrm>
          <a:prstGeom prst="rightArrow">
            <a:avLst/>
          </a:prstGeom>
          <a:solidFill>
            <a:srgbClr val="0D2A55"/>
          </a:solidFill>
          <a:ln/>
        </p:spPr>
      </p:sp>
      <p:sp>
        <p:nvSpPr>
          <p:cNvPr id="72" name="Text 54"/>
          <p:cNvSpPr/>
          <p:nvPr/>
        </p:nvSpPr>
        <p:spPr>
          <a:xfrm>
            <a:off x="4563948" y="4841754"/>
            <a:ext cx="1230282" cy="253994"/>
          </a:xfrm>
          <a:prstGeom prst="rect">
            <a:avLst/>
          </a:prstGeom>
          <a:noFill/>
          <a:ln/>
        </p:spPr>
        <p:txBody>
          <a:bodyPr wrap="square" lIns="0" tIns="0" rIns="0" bIns="0" rtlCol="0" anchor="ctr"/>
          <a:lstStyle/>
          <a:p>
            <a:pPr marL="0" indent="0" algn="ctr">
              <a:buNone/>
            </a:pPr>
            <a:r>
              <a:rPr lang="en-US" sz="1200" b="1" dirty="0">
                <a:solidFill>
                  <a:srgbClr val="1A1A2E"/>
                </a:solidFill>
                <a:latin typeface="Times New Roman" panose="02020603050405020304" pitchFamily="18" charset="0"/>
                <a:ea typeface="Arial" pitchFamily="34" charset="-122"/>
                <a:cs typeface="Times New Roman" panose="02020603050405020304" pitchFamily="18" charset="0"/>
              </a:rPr>
              <a:t>Map Matching</a:t>
            </a:r>
            <a:endParaRPr lang="en-US" sz="1200" dirty="0">
              <a:latin typeface="Times New Roman" panose="02020603050405020304" pitchFamily="18" charset="0"/>
              <a:cs typeface="Times New Roman" panose="02020603050405020304" pitchFamily="18" charset="0"/>
            </a:endParaRPr>
          </a:p>
        </p:txBody>
      </p:sp>
      <p:sp>
        <p:nvSpPr>
          <p:cNvPr id="73" name="Shape 55"/>
          <p:cNvSpPr/>
          <p:nvPr/>
        </p:nvSpPr>
        <p:spPr>
          <a:xfrm>
            <a:off x="4563948" y="5111622"/>
            <a:ext cx="1230282" cy="793730"/>
          </a:xfrm>
          <a:prstGeom prst="roundRect">
            <a:avLst>
              <a:gd name="adj" fmla="val 6912"/>
            </a:avLst>
          </a:prstGeom>
          <a:solidFill>
            <a:srgbClr val="FFFFFF"/>
          </a:solidFill>
          <a:ln w="12700">
            <a:solidFill>
              <a:srgbClr val="2E7D32"/>
            </a:solidFill>
            <a:prstDash val="solid"/>
          </a:ln>
        </p:spPr>
      </p:sp>
      <p:pic>
        <p:nvPicPr>
          <p:cNvPr id="74" name="Image 16" descr="assets/t_mapmatch.png"/>
          <p:cNvPicPr>
            <a:picLocks noChangeAspect="1"/>
          </p:cNvPicPr>
          <p:nvPr/>
        </p:nvPicPr>
        <p:blipFill>
          <a:blip r:embed="rId9"/>
          <a:stretch>
            <a:fillRect/>
          </a:stretch>
        </p:blipFill>
        <p:spPr>
          <a:xfrm>
            <a:off x="4603635" y="5151309"/>
            <a:ext cx="1150909" cy="714357"/>
          </a:xfrm>
          <a:prstGeom prst="rect">
            <a:avLst/>
          </a:prstGeom>
        </p:spPr>
      </p:pic>
      <p:sp>
        <p:nvSpPr>
          <p:cNvPr id="75" name="Shape 56"/>
          <p:cNvSpPr/>
          <p:nvPr/>
        </p:nvSpPr>
        <p:spPr>
          <a:xfrm>
            <a:off x="5818042" y="5437052"/>
            <a:ext cx="142871" cy="158746"/>
          </a:xfrm>
          <a:prstGeom prst="rightArrow">
            <a:avLst/>
          </a:prstGeom>
          <a:solidFill>
            <a:srgbClr val="0D2A55"/>
          </a:solidFill>
          <a:ln/>
        </p:spPr>
      </p:sp>
      <p:sp>
        <p:nvSpPr>
          <p:cNvPr id="76" name="Text 57"/>
          <p:cNvSpPr/>
          <p:nvPr/>
        </p:nvSpPr>
        <p:spPr>
          <a:xfrm>
            <a:off x="6032349" y="4841754"/>
            <a:ext cx="1230282" cy="253994"/>
          </a:xfrm>
          <a:prstGeom prst="rect">
            <a:avLst/>
          </a:prstGeom>
          <a:noFill/>
          <a:ln/>
        </p:spPr>
        <p:txBody>
          <a:bodyPr wrap="square" lIns="0" tIns="0" rIns="0" bIns="0" rtlCol="0" anchor="ctr"/>
          <a:lstStyle/>
          <a:p>
            <a:pPr marL="0" indent="0" algn="ctr">
              <a:buNone/>
            </a:pPr>
            <a:r>
              <a:rPr lang="en-US" sz="1200" b="1" dirty="0">
                <a:solidFill>
                  <a:srgbClr val="1A1A2E"/>
                </a:solidFill>
                <a:latin typeface="Times New Roman" panose="02020603050405020304" pitchFamily="18" charset="0"/>
                <a:ea typeface="Arial" pitchFamily="34" charset="-122"/>
                <a:cs typeface="Times New Roman" panose="02020603050405020304" pitchFamily="18" charset="0"/>
              </a:rPr>
              <a:t>Vehicle</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1A1A2E"/>
                </a:solidFill>
                <a:latin typeface="Times New Roman" panose="02020603050405020304" pitchFamily="18" charset="0"/>
                <a:ea typeface="Arial" pitchFamily="34" charset="-122"/>
                <a:cs typeface="Times New Roman" panose="02020603050405020304" pitchFamily="18" charset="0"/>
              </a:rPr>
              <a:t>Localization</a:t>
            </a:r>
            <a:endParaRPr lang="en-US" sz="1200" dirty="0">
              <a:latin typeface="Times New Roman" panose="02020603050405020304" pitchFamily="18" charset="0"/>
              <a:cs typeface="Times New Roman" panose="02020603050405020304" pitchFamily="18" charset="0"/>
            </a:endParaRPr>
          </a:p>
        </p:txBody>
      </p:sp>
      <p:sp>
        <p:nvSpPr>
          <p:cNvPr id="77" name="Shape 58"/>
          <p:cNvSpPr/>
          <p:nvPr/>
        </p:nvSpPr>
        <p:spPr>
          <a:xfrm>
            <a:off x="6032349" y="5127496"/>
            <a:ext cx="1230282" cy="777855"/>
          </a:xfrm>
          <a:prstGeom prst="roundRect">
            <a:avLst>
              <a:gd name="adj" fmla="val 6912"/>
            </a:avLst>
          </a:prstGeom>
          <a:solidFill>
            <a:srgbClr val="FFFFFF"/>
          </a:solidFill>
          <a:ln w="12700">
            <a:solidFill>
              <a:srgbClr val="2E7D32"/>
            </a:solidFill>
            <a:prstDash val="solid"/>
          </a:ln>
        </p:spPr>
      </p:sp>
      <p:pic>
        <p:nvPicPr>
          <p:cNvPr id="78" name="Image 17" descr="assets/t_vehicleloc.png"/>
          <p:cNvPicPr>
            <a:picLocks noChangeAspect="1"/>
          </p:cNvPicPr>
          <p:nvPr/>
        </p:nvPicPr>
        <p:blipFill>
          <a:blip r:embed="rId10"/>
          <a:stretch>
            <a:fillRect/>
          </a:stretch>
        </p:blipFill>
        <p:spPr>
          <a:xfrm>
            <a:off x="6072036" y="5278306"/>
            <a:ext cx="1150909" cy="587360"/>
          </a:xfrm>
          <a:prstGeom prst="rect">
            <a:avLst/>
          </a:prstGeom>
        </p:spPr>
      </p:pic>
      <p:sp>
        <p:nvSpPr>
          <p:cNvPr id="79" name="Shape 59"/>
          <p:cNvSpPr/>
          <p:nvPr/>
        </p:nvSpPr>
        <p:spPr>
          <a:xfrm>
            <a:off x="9089554" y="714357"/>
            <a:ext cx="2975144" cy="3174921"/>
          </a:xfrm>
          <a:prstGeom prst="roundRect">
            <a:avLst>
              <a:gd name="adj" fmla="val 1795"/>
            </a:avLst>
          </a:prstGeom>
          <a:solidFill>
            <a:srgbClr val="EEF3FC"/>
          </a:solidFill>
          <a:ln w="19050">
            <a:solidFill>
              <a:srgbClr val="2255A4"/>
            </a:solidFill>
            <a:prstDash val="solid"/>
          </a:ln>
        </p:spPr>
      </p:sp>
      <p:sp>
        <p:nvSpPr>
          <p:cNvPr id="80" name="Text 60"/>
          <p:cNvSpPr/>
          <p:nvPr/>
        </p:nvSpPr>
        <p:spPr>
          <a:xfrm>
            <a:off x="9008837" y="761981"/>
            <a:ext cx="3055861" cy="253994"/>
          </a:xfrm>
          <a:prstGeom prst="rect">
            <a:avLst/>
          </a:prstGeom>
          <a:noFill/>
          <a:ln/>
        </p:spPr>
        <p:txBody>
          <a:bodyPr wrap="square" lIns="0" tIns="0" rIns="0" bIns="0" rtlCol="0" anchor="ctr"/>
          <a:lstStyle/>
          <a:p>
            <a:pPr marL="0" indent="0" algn="ctr">
              <a:buNone/>
            </a:pPr>
            <a:r>
              <a:rPr lang="en-US" sz="1800" b="1" dirty="0">
                <a:solidFill>
                  <a:srgbClr val="2255A4"/>
                </a:solidFill>
                <a:latin typeface="Times New Roman" panose="02020603050405020304" pitchFamily="18" charset="0"/>
                <a:ea typeface="Arial" pitchFamily="34" charset="-122"/>
                <a:cs typeface="Times New Roman" panose="02020603050405020304" pitchFamily="18" charset="0"/>
              </a:rPr>
              <a:t>PLANNING</a:t>
            </a:r>
            <a:endParaRPr lang="en-US" sz="1800" dirty="0">
              <a:latin typeface="Times New Roman" panose="02020603050405020304" pitchFamily="18" charset="0"/>
              <a:cs typeface="Times New Roman" panose="02020603050405020304" pitchFamily="18" charset="0"/>
            </a:endParaRPr>
          </a:p>
        </p:txBody>
      </p:sp>
      <p:sp>
        <p:nvSpPr>
          <p:cNvPr id="81" name="Shape 61"/>
          <p:cNvSpPr/>
          <p:nvPr/>
        </p:nvSpPr>
        <p:spPr>
          <a:xfrm>
            <a:off x="9127897" y="1111222"/>
            <a:ext cx="2817742" cy="619110"/>
          </a:xfrm>
          <a:prstGeom prst="roundRect">
            <a:avLst>
              <a:gd name="adj" fmla="val 8862"/>
            </a:avLst>
          </a:prstGeom>
          <a:solidFill>
            <a:srgbClr val="FFFFFF"/>
          </a:solidFill>
          <a:ln w="12700">
            <a:solidFill>
              <a:srgbClr val="2255A4"/>
            </a:solidFill>
            <a:prstDash val="solid"/>
          </a:ln>
        </p:spPr>
      </p:sp>
      <p:sp>
        <p:nvSpPr>
          <p:cNvPr id="83" name="Text 62"/>
          <p:cNvSpPr/>
          <p:nvPr/>
        </p:nvSpPr>
        <p:spPr>
          <a:xfrm>
            <a:off x="9921627" y="1111222"/>
            <a:ext cx="1865266" cy="619110"/>
          </a:xfrm>
          <a:prstGeom prst="rect">
            <a:avLst/>
          </a:prstGeom>
          <a:noFill/>
          <a:ln/>
        </p:spPr>
        <p:txBody>
          <a:bodyPr wrap="square" lIns="0" tIns="0" rIns="0" bIns="0" rtlCol="0" anchor="ctr"/>
          <a:lstStyle/>
          <a:p>
            <a:pPr marL="0" indent="0" algn="l">
              <a:buNone/>
            </a:pPr>
            <a:r>
              <a:rPr lang="en-US" sz="1400" b="1" dirty="0">
                <a:solidFill>
                  <a:srgbClr val="1A1A2E"/>
                </a:solidFill>
                <a:latin typeface="Times New Roman" panose="02020603050405020304" pitchFamily="18" charset="0"/>
                <a:ea typeface="Arial" pitchFamily="34" charset="-122"/>
                <a:cs typeface="Times New Roman" panose="02020603050405020304" pitchFamily="18" charset="0"/>
              </a:rPr>
              <a:t>Route Planning</a:t>
            </a:r>
            <a:endParaRPr lang="en-US" sz="1400" dirty="0">
              <a:latin typeface="Times New Roman" panose="02020603050405020304" pitchFamily="18" charset="0"/>
              <a:cs typeface="Times New Roman" panose="02020603050405020304" pitchFamily="18" charset="0"/>
            </a:endParaRPr>
          </a:p>
        </p:txBody>
      </p:sp>
      <p:sp>
        <p:nvSpPr>
          <p:cNvPr id="84" name="Shape 63"/>
          <p:cNvSpPr/>
          <p:nvPr/>
        </p:nvSpPr>
        <p:spPr>
          <a:xfrm>
            <a:off x="9127897" y="1785893"/>
            <a:ext cx="2817742" cy="619110"/>
          </a:xfrm>
          <a:prstGeom prst="roundRect">
            <a:avLst>
              <a:gd name="adj" fmla="val 8862"/>
            </a:avLst>
          </a:prstGeom>
          <a:solidFill>
            <a:srgbClr val="FFFFFF"/>
          </a:solidFill>
          <a:ln w="12700">
            <a:solidFill>
              <a:srgbClr val="2255A4"/>
            </a:solidFill>
            <a:prstDash val="solid"/>
          </a:ln>
        </p:spPr>
      </p:sp>
      <p:sp>
        <p:nvSpPr>
          <p:cNvPr id="86" name="Text 64"/>
          <p:cNvSpPr/>
          <p:nvPr/>
        </p:nvSpPr>
        <p:spPr>
          <a:xfrm>
            <a:off x="9921627" y="1785893"/>
            <a:ext cx="1865266" cy="619110"/>
          </a:xfrm>
          <a:prstGeom prst="rect">
            <a:avLst/>
          </a:prstGeom>
          <a:noFill/>
          <a:ln/>
        </p:spPr>
        <p:txBody>
          <a:bodyPr wrap="square" lIns="0" tIns="0" rIns="0" bIns="0" rtlCol="0" anchor="ctr"/>
          <a:lstStyle/>
          <a:p>
            <a:pPr marL="0" indent="0" algn="l">
              <a:buNone/>
            </a:pPr>
            <a:r>
              <a:rPr lang="en-US" sz="1400" b="1" dirty="0">
                <a:solidFill>
                  <a:srgbClr val="1A1A2E"/>
                </a:solidFill>
                <a:latin typeface="Times New Roman" panose="02020603050405020304" pitchFamily="18" charset="0"/>
                <a:ea typeface="Arial" pitchFamily="34" charset="-122"/>
                <a:cs typeface="Times New Roman" panose="02020603050405020304" pitchFamily="18" charset="0"/>
              </a:rPr>
              <a:t>Path Planning</a:t>
            </a:r>
            <a:endParaRPr lang="en-US" sz="1400" dirty="0">
              <a:latin typeface="Times New Roman" panose="02020603050405020304" pitchFamily="18" charset="0"/>
              <a:cs typeface="Times New Roman" panose="02020603050405020304" pitchFamily="18" charset="0"/>
            </a:endParaRPr>
          </a:p>
        </p:txBody>
      </p:sp>
      <p:sp>
        <p:nvSpPr>
          <p:cNvPr id="87" name="Shape 65"/>
          <p:cNvSpPr/>
          <p:nvPr/>
        </p:nvSpPr>
        <p:spPr>
          <a:xfrm>
            <a:off x="9127897" y="2460563"/>
            <a:ext cx="2817742" cy="619110"/>
          </a:xfrm>
          <a:prstGeom prst="roundRect">
            <a:avLst>
              <a:gd name="adj" fmla="val 8862"/>
            </a:avLst>
          </a:prstGeom>
          <a:solidFill>
            <a:srgbClr val="FFFFFF"/>
          </a:solidFill>
          <a:ln w="12700">
            <a:solidFill>
              <a:srgbClr val="2255A4"/>
            </a:solidFill>
            <a:prstDash val="solid"/>
          </a:ln>
        </p:spPr>
      </p:sp>
      <p:sp>
        <p:nvSpPr>
          <p:cNvPr id="89" name="Text 66"/>
          <p:cNvSpPr/>
          <p:nvPr/>
        </p:nvSpPr>
        <p:spPr>
          <a:xfrm>
            <a:off x="9921627" y="2460563"/>
            <a:ext cx="1865266" cy="619110"/>
          </a:xfrm>
          <a:prstGeom prst="rect">
            <a:avLst/>
          </a:prstGeom>
          <a:noFill/>
          <a:ln/>
        </p:spPr>
        <p:txBody>
          <a:bodyPr wrap="square" lIns="0" tIns="0" rIns="0" bIns="0" rtlCol="0" anchor="ctr"/>
          <a:lstStyle/>
          <a:p>
            <a:pPr marL="0" indent="0" algn="l">
              <a:buNone/>
            </a:pPr>
            <a:r>
              <a:rPr lang="en-US" sz="1400" b="1" dirty="0">
                <a:solidFill>
                  <a:srgbClr val="1A1A2E"/>
                </a:solidFill>
                <a:latin typeface="Times New Roman" panose="02020603050405020304" pitchFamily="18" charset="0"/>
                <a:ea typeface="Arial" pitchFamily="34" charset="-122"/>
                <a:cs typeface="Times New Roman" panose="02020603050405020304" pitchFamily="18" charset="0"/>
              </a:rPr>
              <a:t>Obstacle Avoidance</a:t>
            </a:r>
            <a:endParaRPr lang="en-US" sz="1400" dirty="0">
              <a:latin typeface="Times New Roman" panose="02020603050405020304" pitchFamily="18" charset="0"/>
              <a:cs typeface="Times New Roman" panose="02020603050405020304" pitchFamily="18" charset="0"/>
            </a:endParaRPr>
          </a:p>
        </p:txBody>
      </p:sp>
      <p:sp>
        <p:nvSpPr>
          <p:cNvPr id="90" name="Shape 67"/>
          <p:cNvSpPr/>
          <p:nvPr/>
        </p:nvSpPr>
        <p:spPr>
          <a:xfrm>
            <a:off x="9127897" y="3135234"/>
            <a:ext cx="2817742" cy="619110"/>
          </a:xfrm>
          <a:prstGeom prst="roundRect">
            <a:avLst>
              <a:gd name="adj" fmla="val 8862"/>
            </a:avLst>
          </a:prstGeom>
          <a:solidFill>
            <a:srgbClr val="FFFFFF"/>
          </a:solidFill>
          <a:ln w="12700">
            <a:solidFill>
              <a:srgbClr val="2255A4"/>
            </a:solidFill>
            <a:prstDash val="solid"/>
          </a:ln>
        </p:spPr>
      </p:sp>
      <p:sp>
        <p:nvSpPr>
          <p:cNvPr id="92" name="Text 68"/>
          <p:cNvSpPr/>
          <p:nvPr/>
        </p:nvSpPr>
        <p:spPr>
          <a:xfrm>
            <a:off x="9921627" y="3135234"/>
            <a:ext cx="1865266" cy="619110"/>
          </a:xfrm>
          <a:prstGeom prst="rect">
            <a:avLst/>
          </a:prstGeom>
          <a:noFill/>
          <a:ln/>
        </p:spPr>
        <p:txBody>
          <a:bodyPr wrap="square" lIns="0" tIns="0" rIns="0" bIns="0" rtlCol="0" anchor="ctr"/>
          <a:lstStyle/>
          <a:p>
            <a:pPr marL="0" indent="0" algn="l">
              <a:buNone/>
            </a:pPr>
            <a:r>
              <a:rPr lang="en-US" sz="1400" b="1" dirty="0">
                <a:solidFill>
                  <a:srgbClr val="1A1A2E"/>
                </a:solidFill>
                <a:latin typeface="Times New Roman" panose="02020603050405020304" pitchFamily="18" charset="0"/>
                <a:ea typeface="Arial" pitchFamily="34" charset="-122"/>
                <a:cs typeface="Times New Roman" panose="02020603050405020304" pitchFamily="18" charset="0"/>
              </a:rPr>
              <a:t>Speed Planning</a:t>
            </a:r>
            <a:endParaRPr lang="en-US" sz="1400" dirty="0">
              <a:latin typeface="Times New Roman" panose="02020603050405020304" pitchFamily="18" charset="0"/>
              <a:cs typeface="Times New Roman" panose="02020603050405020304" pitchFamily="18" charset="0"/>
            </a:endParaRPr>
          </a:p>
        </p:txBody>
      </p:sp>
      <p:sp>
        <p:nvSpPr>
          <p:cNvPr id="93" name="Shape 69"/>
          <p:cNvSpPr/>
          <p:nvPr/>
        </p:nvSpPr>
        <p:spPr>
          <a:xfrm>
            <a:off x="9008837" y="4008337"/>
            <a:ext cx="3055861" cy="1984325"/>
          </a:xfrm>
          <a:prstGeom prst="roundRect">
            <a:avLst>
              <a:gd name="adj" fmla="val 2765"/>
            </a:avLst>
          </a:prstGeom>
          <a:solidFill>
            <a:srgbClr val="F3EEF9"/>
          </a:solidFill>
          <a:ln w="19050">
            <a:solidFill>
              <a:srgbClr val="6C3FA8"/>
            </a:solidFill>
            <a:prstDash val="solid"/>
          </a:ln>
        </p:spPr>
      </p:sp>
      <p:sp>
        <p:nvSpPr>
          <p:cNvPr id="94" name="Text 70"/>
          <p:cNvSpPr/>
          <p:nvPr/>
        </p:nvSpPr>
        <p:spPr>
          <a:xfrm>
            <a:off x="9008837" y="4048024"/>
            <a:ext cx="3055861" cy="238119"/>
          </a:xfrm>
          <a:prstGeom prst="rect">
            <a:avLst/>
          </a:prstGeom>
          <a:noFill/>
          <a:ln/>
        </p:spPr>
        <p:txBody>
          <a:bodyPr wrap="square" lIns="0" tIns="0" rIns="0" bIns="0" rtlCol="0" anchor="ctr"/>
          <a:lstStyle/>
          <a:p>
            <a:pPr marL="0" indent="0" algn="ctr">
              <a:buNone/>
            </a:pPr>
            <a:r>
              <a:rPr lang="en-US" sz="1800" b="1" dirty="0">
                <a:solidFill>
                  <a:srgbClr val="6C3FA8"/>
                </a:solidFill>
                <a:latin typeface="Times New Roman" panose="02020603050405020304" pitchFamily="18" charset="0"/>
                <a:ea typeface="Arial" pitchFamily="34" charset="-122"/>
                <a:cs typeface="Times New Roman" panose="02020603050405020304" pitchFamily="18" charset="0"/>
              </a:rPr>
              <a:t>CONTROL</a:t>
            </a:r>
            <a:endParaRPr lang="en-US" sz="1800" dirty="0">
              <a:latin typeface="Times New Roman" panose="02020603050405020304" pitchFamily="18" charset="0"/>
              <a:cs typeface="Times New Roman" panose="02020603050405020304" pitchFamily="18" charset="0"/>
            </a:endParaRPr>
          </a:p>
        </p:txBody>
      </p:sp>
      <p:sp>
        <p:nvSpPr>
          <p:cNvPr id="95" name="Shape 71"/>
          <p:cNvSpPr/>
          <p:nvPr/>
        </p:nvSpPr>
        <p:spPr>
          <a:xfrm>
            <a:off x="9127897" y="4349641"/>
            <a:ext cx="857229" cy="936602"/>
          </a:xfrm>
          <a:prstGeom prst="roundRect">
            <a:avLst>
              <a:gd name="adj" fmla="val 6400"/>
            </a:avLst>
          </a:prstGeom>
          <a:solidFill>
            <a:srgbClr val="FFFFFF"/>
          </a:solidFill>
          <a:ln w="12700">
            <a:solidFill>
              <a:srgbClr val="6C3FA8"/>
            </a:solidFill>
            <a:prstDash val="solid"/>
          </a:ln>
        </p:spPr>
      </p:sp>
      <p:sp>
        <p:nvSpPr>
          <p:cNvPr id="96" name="Text 72"/>
          <p:cNvSpPr/>
          <p:nvPr/>
        </p:nvSpPr>
        <p:spPr>
          <a:xfrm>
            <a:off x="9089554" y="4413140"/>
            <a:ext cx="857229" cy="22224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Steering</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Controller</a:t>
            </a:r>
            <a:endParaRPr lang="en-US" sz="1100" dirty="0">
              <a:latin typeface="Times New Roman" panose="02020603050405020304" pitchFamily="18" charset="0"/>
              <a:cs typeface="Times New Roman" panose="02020603050405020304" pitchFamily="18" charset="0"/>
            </a:endParaRPr>
          </a:p>
        </p:txBody>
      </p:sp>
      <p:pic>
        <p:nvPicPr>
          <p:cNvPr id="97" name="Image 22" descr="assets/t_steering.png"/>
          <p:cNvPicPr>
            <a:picLocks noChangeAspect="1"/>
          </p:cNvPicPr>
          <p:nvPr/>
        </p:nvPicPr>
        <p:blipFill>
          <a:blip r:embed="rId11"/>
          <a:stretch>
            <a:fillRect/>
          </a:stretch>
        </p:blipFill>
        <p:spPr>
          <a:xfrm>
            <a:off x="9326329" y="4746506"/>
            <a:ext cx="555611" cy="436552"/>
          </a:xfrm>
          <a:prstGeom prst="rect">
            <a:avLst/>
          </a:prstGeom>
        </p:spPr>
      </p:pic>
      <p:sp>
        <p:nvSpPr>
          <p:cNvPr id="98" name="Shape 73"/>
          <p:cNvSpPr/>
          <p:nvPr/>
        </p:nvSpPr>
        <p:spPr>
          <a:xfrm>
            <a:off x="10040686" y="4349641"/>
            <a:ext cx="857229" cy="936602"/>
          </a:xfrm>
          <a:prstGeom prst="roundRect">
            <a:avLst>
              <a:gd name="adj" fmla="val 6400"/>
            </a:avLst>
          </a:prstGeom>
          <a:solidFill>
            <a:srgbClr val="FFFFFF"/>
          </a:solidFill>
          <a:ln w="12700">
            <a:solidFill>
              <a:srgbClr val="6C3FA8"/>
            </a:solidFill>
            <a:prstDash val="solid"/>
          </a:ln>
        </p:spPr>
      </p:sp>
      <p:sp>
        <p:nvSpPr>
          <p:cNvPr id="99" name="Text 74"/>
          <p:cNvSpPr/>
          <p:nvPr/>
        </p:nvSpPr>
        <p:spPr>
          <a:xfrm>
            <a:off x="10040686" y="4381390"/>
            <a:ext cx="857229" cy="22224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Speed</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Controller</a:t>
            </a:r>
            <a:endParaRPr lang="en-US" sz="1100" dirty="0">
              <a:latin typeface="Times New Roman" panose="02020603050405020304" pitchFamily="18" charset="0"/>
              <a:cs typeface="Times New Roman" panose="02020603050405020304" pitchFamily="18" charset="0"/>
            </a:endParaRPr>
          </a:p>
        </p:txBody>
      </p:sp>
      <p:pic>
        <p:nvPicPr>
          <p:cNvPr id="100" name="Image 23" descr="assets/t_speedctrl.png"/>
          <p:cNvPicPr>
            <a:picLocks noChangeAspect="1"/>
          </p:cNvPicPr>
          <p:nvPr/>
        </p:nvPicPr>
        <p:blipFill>
          <a:blip r:embed="rId12"/>
          <a:stretch>
            <a:fillRect/>
          </a:stretch>
        </p:blipFill>
        <p:spPr>
          <a:xfrm>
            <a:off x="10191495" y="4746506"/>
            <a:ext cx="555611" cy="436552"/>
          </a:xfrm>
          <a:prstGeom prst="rect">
            <a:avLst/>
          </a:prstGeom>
        </p:spPr>
      </p:pic>
      <p:sp>
        <p:nvSpPr>
          <p:cNvPr id="101" name="Shape 75"/>
          <p:cNvSpPr/>
          <p:nvPr/>
        </p:nvSpPr>
        <p:spPr>
          <a:xfrm>
            <a:off x="10953476" y="4349641"/>
            <a:ext cx="857229" cy="936602"/>
          </a:xfrm>
          <a:prstGeom prst="roundRect">
            <a:avLst>
              <a:gd name="adj" fmla="val 6400"/>
            </a:avLst>
          </a:prstGeom>
          <a:solidFill>
            <a:srgbClr val="FFFFFF"/>
          </a:solidFill>
          <a:ln w="12700">
            <a:solidFill>
              <a:srgbClr val="6C3FA8"/>
            </a:solidFill>
            <a:prstDash val="solid"/>
          </a:ln>
        </p:spPr>
      </p:sp>
      <p:sp>
        <p:nvSpPr>
          <p:cNvPr id="102" name="Text 76"/>
          <p:cNvSpPr/>
          <p:nvPr/>
        </p:nvSpPr>
        <p:spPr>
          <a:xfrm>
            <a:off x="10953476" y="4381390"/>
            <a:ext cx="857229" cy="222244"/>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Brake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Controller</a:t>
            </a:r>
            <a:endParaRPr lang="en-US" sz="1100" dirty="0">
              <a:latin typeface="Times New Roman" panose="02020603050405020304" pitchFamily="18" charset="0"/>
              <a:cs typeface="Times New Roman" panose="02020603050405020304" pitchFamily="18" charset="0"/>
            </a:endParaRPr>
          </a:p>
        </p:txBody>
      </p:sp>
      <p:pic>
        <p:nvPicPr>
          <p:cNvPr id="103" name="Image 24" descr="assets/t_brake.png"/>
          <p:cNvPicPr>
            <a:picLocks noChangeAspect="1"/>
          </p:cNvPicPr>
          <p:nvPr/>
        </p:nvPicPr>
        <p:blipFill>
          <a:blip r:embed="rId13"/>
          <a:stretch>
            <a:fillRect/>
          </a:stretch>
        </p:blipFill>
        <p:spPr>
          <a:xfrm>
            <a:off x="11104285" y="4746506"/>
            <a:ext cx="555611" cy="436552"/>
          </a:xfrm>
          <a:prstGeom prst="rect">
            <a:avLst/>
          </a:prstGeom>
        </p:spPr>
      </p:pic>
      <p:sp>
        <p:nvSpPr>
          <p:cNvPr id="104" name="Shape 77"/>
          <p:cNvSpPr/>
          <p:nvPr/>
        </p:nvSpPr>
        <p:spPr>
          <a:xfrm>
            <a:off x="9127897" y="5381490"/>
            <a:ext cx="2682808" cy="492113"/>
          </a:xfrm>
          <a:prstGeom prst="roundRect">
            <a:avLst>
              <a:gd name="adj" fmla="val 11149"/>
            </a:avLst>
          </a:prstGeom>
          <a:solidFill>
            <a:srgbClr val="FFFFFF"/>
          </a:solidFill>
          <a:ln w="12700">
            <a:solidFill>
              <a:srgbClr val="6C3FA8"/>
            </a:solidFill>
            <a:prstDash val="solid"/>
          </a:ln>
        </p:spPr>
      </p:sp>
      <p:sp>
        <p:nvSpPr>
          <p:cNvPr id="105" name="Text 78"/>
          <p:cNvSpPr/>
          <p:nvPr/>
        </p:nvSpPr>
        <p:spPr>
          <a:xfrm>
            <a:off x="9127897" y="5381490"/>
            <a:ext cx="2682808" cy="492113"/>
          </a:xfrm>
          <a:prstGeom prst="rect">
            <a:avLst/>
          </a:prstGeom>
          <a:noFill/>
          <a:ln/>
        </p:spPr>
        <p:txBody>
          <a:bodyPr wrap="square" lIns="0" tIns="0" rIns="0" bIns="0" rtlCol="0" anchor="ctr"/>
          <a:lstStyle/>
          <a:p>
            <a:pPr marL="0" indent="0" algn="ctr">
              <a:buNone/>
            </a:pPr>
            <a:r>
              <a:rPr lang="en-US" sz="1200" b="1" dirty="0">
                <a:solidFill>
                  <a:srgbClr val="1A1A2E"/>
                </a:solidFill>
                <a:latin typeface="Times New Roman" panose="02020603050405020304" pitchFamily="18" charset="0"/>
                <a:ea typeface="Arial" pitchFamily="34" charset="-122"/>
                <a:cs typeface="Times New Roman" panose="02020603050405020304" pitchFamily="18" charset="0"/>
              </a:rPr>
              <a:t>Actuation Commands</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b="1" dirty="0">
                <a:solidFill>
                  <a:srgbClr val="1A1A2E"/>
                </a:solidFill>
                <a:latin typeface="Times New Roman" panose="02020603050405020304" pitchFamily="18" charset="0"/>
                <a:ea typeface="Arial" pitchFamily="34" charset="-122"/>
                <a:cs typeface="Times New Roman" panose="02020603050405020304" pitchFamily="18" charset="0"/>
              </a:rPr>
              <a:t>(Steer, Accelerate, Brake)</a:t>
            </a:r>
            <a:endParaRPr lang="en-US" sz="1200" dirty="0">
              <a:latin typeface="Times New Roman" panose="02020603050405020304" pitchFamily="18" charset="0"/>
              <a:cs typeface="Times New Roman" panose="02020603050405020304" pitchFamily="18" charset="0"/>
            </a:endParaRPr>
          </a:p>
        </p:txBody>
      </p:sp>
      <p:sp>
        <p:nvSpPr>
          <p:cNvPr id="106" name="Shape 79"/>
          <p:cNvSpPr/>
          <p:nvPr/>
        </p:nvSpPr>
        <p:spPr>
          <a:xfrm>
            <a:off x="0" y="6302217"/>
            <a:ext cx="2079573" cy="1587460"/>
          </a:xfrm>
          <a:prstGeom prst="roundRect">
            <a:avLst>
              <a:gd name="adj" fmla="val 3456"/>
            </a:avLst>
          </a:prstGeom>
          <a:ln w="15875">
            <a:solidFill>
              <a:srgbClr val="1B3B6F"/>
            </a:solidFill>
            <a:prstDash val="dash"/>
          </a:ln>
        </p:spPr>
      </p:sp>
      <p:sp>
        <p:nvSpPr>
          <p:cNvPr id="107" name="Text 80"/>
          <p:cNvSpPr/>
          <p:nvPr/>
        </p:nvSpPr>
        <p:spPr>
          <a:xfrm>
            <a:off x="39687" y="6302217"/>
            <a:ext cx="2079573" cy="206370"/>
          </a:xfrm>
          <a:prstGeom prst="rect">
            <a:avLst/>
          </a:prstGeom>
          <a:noFill/>
          <a:ln/>
        </p:spPr>
        <p:txBody>
          <a:bodyPr wrap="square" lIns="0" tIns="0" rIns="0" bIns="0" rtlCol="0" anchor="ctr"/>
          <a:lstStyle/>
          <a:p>
            <a:pPr marL="0" indent="0" algn="ctr">
              <a:buNone/>
            </a:pPr>
            <a:r>
              <a:rPr lang="en-US" sz="1400" b="1" dirty="0">
                <a:solidFill>
                  <a:srgbClr val="0D2A55"/>
                </a:solidFill>
                <a:latin typeface="Times New Roman" panose="02020603050405020304" pitchFamily="18" charset="0"/>
                <a:ea typeface="Arial" pitchFamily="34" charset="-122"/>
                <a:cs typeface="Times New Roman" panose="02020603050405020304" pitchFamily="18" charset="0"/>
              </a:rPr>
              <a:t>LEGEND</a:t>
            </a:r>
            <a:endParaRPr lang="en-US" sz="1400" dirty="0">
              <a:latin typeface="Times New Roman" panose="02020603050405020304" pitchFamily="18" charset="0"/>
              <a:cs typeface="Times New Roman" panose="02020603050405020304" pitchFamily="18" charset="0"/>
            </a:endParaRPr>
          </a:p>
        </p:txBody>
      </p:sp>
      <p:sp>
        <p:nvSpPr>
          <p:cNvPr id="108" name="Shape 81"/>
          <p:cNvSpPr/>
          <p:nvPr/>
        </p:nvSpPr>
        <p:spPr>
          <a:xfrm>
            <a:off x="174621" y="6556211"/>
            <a:ext cx="269868" cy="142871"/>
          </a:xfrm>
          <a:prstGeom prst="roundRect">
            <a:avLst>
              <a:gd name="adj" fmla="val 38401"/>
            </a:avLst>
          </a:prstGeom>
          <a:solidFill>
            <a:srgbClr val="FFFFFF"/>
          </a:solidFill>
          <a:ln w="19050">
            <a:solidFill>
              <a:srgbClr val="E67E22"/>
            </a:solidFill>
            <a:prstDash val="solid"/>
          </a:ln>
        </p:spPr>
      </p:sp>
      <p:sp>
        <p:nvSpPr>
          <p:cNvPr id="109" name="Text 82"/>
          <p:cNvSpPr/>
          <p:nvPr/>
        </p:nvSpPr>
        <p:spPr>
          <a:xfrm>
            <a:off x="515925" y="6532399"/>
            <a:ext cx="1428714" cy="190495"/>
          </a:xfrm>
          <a:prstGeom prst="rect">
            <a:avLst/>
          </a:prstGeom>
          <a:noFill/>
          <a:ln/>
        </p:spPr>
        <p:txBody>
          <a:bodyPr wrap="square" lIns="0" tIns="0" rIns="0" bIns="0" rtlCol="0" anchor="ctr"/>
          <a:lstStyle/>
          <a:p>
            <a:pPr marL="0" indent="0" algn="l">
              <a:buNone/>
            </a:pPr>
            <a:r>
              <a:rPr lang="en-US" sz="1200" dirty="0">
                <a:solidFill>
                  <a:srgbClr val="1A1A2E"/>
                </a:solidFill>
                <a:latin typeface="Times New Roman" panose="02020603050405020304" pitchFamily="18" charset="0"/>
                <a:ea typeface="Arial" pitchFamily="34" charset="-122"/>
                <a:cs typeface="Times New Roman" panose="02020603050405020304" pitchFamily="18" charset="0"/>
              </a:rPr>
              <a:t>Perception</a:t>
            </a:r>
            <a:endParaRPr lang="en-US" sz="1200" dirty="0">
              <a:latin typeface="Times New Roman" panose="02020603050405020304" pitchFamily="18" charset="0"/>
              <a:cs typeface="Times New Roman" panose="02020603050405020304" pitchFamily="18" charset="0"/>
            </a:endParaRPr>
          </a:p>
        </p:txBody>
      </p:sp>
      <p:sp>
        <p:nvSpPr>
          <p:cNvPr id="110" name="Shape 83"/>
          <p:cNvSpPr/>
          <p:nvPr/>
        </p:nvSpPr>
        <p:spPr>
          <a:xfrm>
            <a:off x="174621" y="6794330"/>
            <a:ext cx="269868" cy="142871"/>
          </a:xfrm>
          <a:prstGeom prst="roundRect">
            <a:avLst>
              <a:gd name="adj" fmla="val 38401"/>
            </a:avLst>
          </a:prstGeom>
          <a:solidFill>
            <a:srgbClr val="FFFFFF"/>
          </a:solidFill>
          <a:ln w="19050">
            <a:solidFill>
              <a:srgbClr val="2E7D32"/>
            </a:solidFill>
            <a:prstDash val="solid"/>
          </a:ln>
        </p:spPr>
      </p:sp>
      <p:sp>
        <p:nvSpPr>
          <p:cNvPr id="111" name="Text 84"/>
          <p:cNvSpPr/>
          <p:nvPr/>
        </p:nvSpPr>
        <p:spPr>
          <a:xfrm>
            <a:off x="515925" y="6770518"/>
            <a:ext cx="1428714" cy="190495"/>
          </a:xfrm>
          <a:prstGeom prst="rect">
            <a:avLst/>
          </a:prstGeom>
          <a:noFill/>
          <a:ln/>
        </p:spPr>
        <p:txBody>
          <a:bodyPr wrap="square" lIns="0" tIns="0" rIns="0" bIns="0" rtlCol="0" anchor="ctr"/>
          <a:lstStyle/>
          <a:p>
            <a:pPr marL="0" indent="0" algn="l">
              <a:buNone/>
            </a:pPr>
            <a:r>
              <a:rPr lang="en-US" sz="1200" dirty="0">
                <a:solidFill>
                  <a:srgbClr val="1A1A2E"/>
                </a:solidFill>
                <a:latin typeface="Times New Roman" panose="02020603050405020304" pitchFamily="18" charset="0"/>
                <a:ea typeface="Arial" pitchFamily="34" charset="-122"/>
                <a:cs typeface="Times New Roman" panose="02020603050405020304" pitchFamily="18" charset="0"/>
              </a:rPr>
              <a:t>Localization</a:t>
            </a:r>
            <a:endParaRPr lang="en-US" sz="1200" dirty="0">
              <a:latin typeface="Times New Roman" panose="02020603050405020304" pitchFamily="18" charset="0"/>
              <a:cs typeface="Times New Roman" panose="02020603050405020304" pitchFamily="18" charset="0"/>
            </a:endParaRPr>
          </a:p>
        </p:txBody>
      </p:sp>
      <p:sp>
        <p:nvSpPr>
          <p:cNvPr id="112" name="Shape 85"/>
          <p:cNvSpPr/>
          <p:nvPr/>
        </p:nvSpPr>
        <p:spPr>
          <a:xfrm>
            <a:off x="174621" y="7032449"/>
            <a:ext cx="269868" cy="142871"/>
          </a:xfrm>
          <a:prstGeom prst="roundRect">
            <a:avLst>
              <a:gd name="adj" fmla="val 38401"/>
            </a:avLst>
          </a:prstGeom>
          <a:solidFill>
            <a:srgbClr val="FFFFFF"/>
          </a:solidFill>
          <a:ln w="19050">
            <a:solidFill>
              <a:srgbClr val="2255A4"/>
            </a:solidFill>
            <a:prstDash val="solid"/>
          </a:ln>
        </p:spPr>
      </p:sp>
      <p:sp>
        <p:nvSpPr>
          <p:cNvPr id="113" name="Text 86"/>
          <p:cNvSpPr/>
          <p:nvPr/>
        </p:nvSpPr>
        <p:spPr>
          <a:xfrm>
            <a:off x="515925" y="7008637"/>
            <a:ext cx="1428714" cy="190495"/>
          </a:xfrm>
          <a:prstGeom prst="rect">
            <a:avLst/>
          </a:prstGeom>
          <a:noFill/>
          <a:ln/>
        </p:spPr>
        <p:txBody>
          <a:bodyPr wrap="square" lIns="0" tIns="0" rIns="0" bIns="0" rtlCol="0" anchor="ctr"/>
          <a:lstStyle/>
          <a:p>
            <a:pPr marL="0" indent="0" algn="l">
              <a:buNone/>
            </a:pPr>
            <a:r>
              <a:rPr lang="en-US" sz="1200" dirty="0">
                <a:solidFill>
                  <a:srgbClr val="1A1A2E"/>
                </a:solidFill>
                <a:latin typeface="Times New Roman" panose="02020603050405020304" pitchFamily="18" charset="0"/>
                <a:ea typeface="Arial" pitchFamily="34" charset="-122"/>
                <a:cs typeface="Times New Roman" panose="02020603050405020304" pitchFamily="18" charset="0"/>
              </a:rPr>
              <a:t>Planning</a:t>
            </a:r>
            <a:endParaRPr lang="en-US" sz="1200" dirty="0">
              <a:latin typeface="Times New Roman" panose="02020603050405020304" pitchFamily="18" charset="0"/>
              <a:cs typeface="Times New Roman" panose="02020603050405020304" pitchFamily="18" charset="0"/>
            </a:endParaRPr>
          </a:p>
        </p:txBody>
      </p:sp>
      <p:sp>
        <p:nvSpPr>
          <p:cNvPr id="114" name="Shape 87"/>
          <p:cNvSpPr/>
          <p:nvPr/>
        </p:nvSpPr>
        <p:spPr>
          <a:xfrm>
            <a:off x="174621" y="7270568"/>
            <a:ext cx="269868" cy="142871"/>
          </a:xfrm>
          <a:prstGeom prst="roundRect">
            <a:avLst>
              <a:gd name="adj" fmla="val 38401"/>
            </a:avLst>
          </a:prstGeom>
          <a:solidFill>
            <a:srgbClr val="FFFFFF"/>
          </a:solidFill>
          <a:ln w="19050">
            <a:solidFill>
              <a:srgbClr val="6C3FA8"/>
            </a:solidFill>
            <a:prstDash val="solid"/>
          </a:ln>
        </p:spPr>
      </p:sp>
      <p:sp>
        <p:nvSpPr>
          <p:cNvPr id="115" name="Text 88"/>
          <p:cNvSpPr/>
          <p:nvPr/>
        </p:nvSpPr>
        <p:spPr>
          <a:xfrm>
            <a:off x="515925" y="7246756"/>
            <a:ext cx="1428714" cy="190495"/>
          </a:xfrm>
          <a:prstGeom prst="rect">
            <a:avLst/>
          </a:prstGeom>
          <a:noFill/>
          <a:ln/>
        </p:spPr>
        <p:txBody>
          <a:bodyPr wrap="square" lIns="0" tIns="0" rIns="0" bIns="0" rtlCol="0" anchor="ctr"/>
          <a:lstStyle/>
          <a:p>
            <a:pPr marL="0" indent="0" algn="l">
              <a:buNone/>
            </a:pPr>
            <a:r>
              <a:rPr lang="en-US" sz="1200" dirty="0">
                <a:solidFill>
                  <a:srgbClr val="1A1A2E"/>
                </a:solidFill>
                <a:latin typeface="Times New Roman" panose="02020603050405020304" pitchFamily="18" charset="0"/>
                <a:ea typeface="Arial" pitchFamily="34" charset="-122"/>
                <a:cs typeface="Times New Roman" panose="02020603050405020304" pitchFamily="18" charset="0"/>
              </a:rPr>
              <a:t>Control</a:t>
            </a:r>
            <a:endParaRPr lang="en-US" sz="1200" dirty="0">
              <a:latin typeface="Times New Roman" panose="02020603050405020304" pitchFamily="18" charset="0"/>
              <a:cs typeface="Times New Roman" panose="02020603050405020304" pitchFamily="18" charset="0"/>
            </a:endParaRPr>
          </a:p>
        </p:txBody>
      </p:sp>
      <p:sp>
        <p:nvSpPr>
          <p:cNvPr id="116" name="Shape 89"/>
          <p:cNvSpPr/>
          <p:nvPr/>
        </p:nvSpPr>
        <p:spPr>
          <a:xfrm>
            <a:off x="174621" y="7540436"/>
            <a:ext cx="269868" cy="0"/>
          </a:xfrm>
          <a:prstGeom prst="line">
            <a:avLst/>
          </a:prstGeom>
          <a:noFill/>
          <a:ln w="19050">
            <a:solidFill>
              <a:srgbClr val="0D2A55"/>
            </a:solidFill>
            <a:prstDash val="dash"/>
          </a:ln>
        </p:spPr>
      </p:sp>
      <p:sp>
        <p:nvSpPr>
          <p:cNvPr id="117" name="Text 90"/>
          <p:cNvSpPr/>
          <p:nvPr/>
        </p:nvSpPr>
        <p:spPr>
          <a:xfrm>
            <a:off x="515925" y="7461063"/>
            <a:ext cx="1428714" cy="174621"/>
          </a:xfrm>
          <a:prstGeom prst="rect">
            <a:avLst/>
          </a:prstGeom>
          <a:noFill/>
          <a:ln/>
        </p:spPr>
        <p:txBody>
          <a:bodyPr wrap="square" lIns="0" tIns="0" rIns="0" bIns="0" rtlCol="0" anchor="ctr"/>
          <a:lstStyle/>
          <a:p>
            <a:pPr marL="0" indent="0" algn="l">
              <a:buNone/>
            </a:pPr>
            <a:r>
              <a:rPr lang="en-US" sz="1200" dirty="0">
                <a:solidFill>
                  <a:srgbClr val="1A1A2E"/>
                </a:solidFill>
                <a:latin typeface="Times New Roman" panose="02020603050405020304" pitchFamily="18" charset="0"/>
                <a:ea typeface="Arial" pitchFamily="34" charset="-122"/>
                <a:cs typeface="Times New Roman" panose="02020603050405020304" pitchFamily="18" charset="0"/>
              </a:rPr>
              <a:t>Sensor Data Flow</a:t>
            </a:r>
            <a:endParaRPr lang="en-US" sz="1200" dirty="0">
              <a:latin typeface="Times New Roman" panose="02020603050405020304" pitchFamily="18" charset="0"/>
              <a:cs typeface="Times New Roman" panose="02020603050405020304" pitchFamily="18" charset="0"/>
            </a:endParaRPr>
          </a:p>
        </p:txBody>
      </p:sp>
      <p:pic>
        <p:nvPicPr>
          <p:cNvPr id="118" name="Image 25" descr="assets/t_car.png"/>
          <p:cNvPicPr>
            <a:picLocks noChangeAspect="1"/>
          </p:cNvPicPr>
          <p:nvPr/>
        </p:nvPicPr>
        <p:blipFill>
          <a:blip r:embed="rId14"/>
          <a:stretch>
            <a:fillRect/>
          </a:stretch>
        </p:blipFill>
        <p:spPr>
          <a:xfrm>
            <a:off x="2778056" y="6810205"/>
            <a:ext cx="3174921" cy="1111222"/>
          </a:xfrm>
          <a:prstGeom prst="rect">
            <a:avLst/>
          </a:prstGeom>
        </p:spPr>
      </p:pic>
      <p:sp>
        <p:nvSpPr>
          <p:cNvPr id="119" name="Shape 91"/>
          <p:cNvSpPr/>
          <p:nvPr/>
        </p:nvSpPr>
        <p:spPr>
          <a:xfrm>
            <a:off x="7262631" y="6254594"/>
            <a:ext cx="4802067" cy="1587460"/>
          </a:xfrm>
          <a:prstGeom prst="roundRect">
            <a:avLst>
              <a:gd name="adj" fmla="val 3456"/>
            </a:avLst>
          </a:prstGeom>
          <a:solidFill>
            <a:srgbClr val="F7F9FC"/>
          </a:solidFill>
          <a:ln w="19050">
            <a:solidFill>
              <a:srgbClr val="1B3B6F"/>
            </a:solidFill>
            <a:prstDash val="solid"/>
          </a:ln>
        </p:spPr>
      </p:sp>
      <p:sp>
        <p:nvSpPr>
          <p:cNvPr id="120" name="Text 92"/>
          <p:cNvSpPr/>
          <p:nvPr/>
        </p:nvSpPr>
        <p:spPr>
          <a:xfrm>
            <a:off x="7262631" y="6302217"/>
            <a:ext cx="4802067" cy="238119"/>
          </a:xfrm>
          <a:prstGeom prst="rect">
            <a:avLst/>
          </a:prstGeom>
          <a:noFill/>
          <a:ln/>
        </p:spPr>
        <p:txBody>
          <a:bodyPr wrap="square" lIns="0" tIns="0" rIns="0" bIns="0" rtlCol="0" anchor="ctr"/>
          <a:lstStyle/>
          <a:p>
            <a:pPr marL="0" indent="0" algn="ctr">
              <a:buNone/>
            </a:pPr>
            <a:r>
              <a:rPr lang="en-US" sz="1700" b="1" dirty="0">
                <a:solidFill>
                  <a:srgbClr val="0D2A55"/>
                </a:solidFill>
                <a:latin typeface="Times New Roman" panose="02020603050405020304" pitchFamily="18" charset="0"/>
                <a:ea typeface="Arial" pitchFamily="34" charset="-122"/>
                <a:cs typeface="Times New Roman" panose="02020603050405020304" pitchFamily="18" charset="0"/>
              </a:rPr>
              <a:t>VEHICLE OUTPUT</a:t>
            </a:r>
            <a:endParaRPr lang="en-US" sz="1700" dirty="0">
              <a:latin typeface="Times New Roman" panose="02020603050405020304" pitchFamily="18" charset="0"/>
              <a:cs typeface="Times New Roman" panose="02020603050405020304" pitchFamily="18" charset="0"/>
            </a:endParaRPr>
          </a:p>
        </p:txBody>
      </p:sp>
      <p:pic>
        <p:nvPicPr>
          <p:cNvPr id="121" name="Image 26" descr="assets/t_lanekeep.png"/>
          <p:cNvPicPr>
            <a:picLocks noChangeAspect="1"/>
          </p:cNvPicPr>
          <p:nvPr/>
        </p:nvPicPr>
        <p:blipFill>
          <a:blip r:embed="rId15"/>
          <a:stretch>
            <a:fillRect/>
          </a:stretch>
        </p:blipFill>
        <p:spPr>
          <a:xfrm>
            <a:off x="7421377" y="6572086"/>
            <a:ext cx="793730" cy="634984"/>
          </a:xfrm>
          <a:prstGeom prst="rect">
            <a:avLst/>
          </a:prstGeom>
        </p:spPr>
      </p:pic>
      <p:sp>
        <p:nvSpPr>
          <p:cNvPr id="122" name="Text 93"/>
          <p:cNvSpPr/>
          <p:nvPr/>
        </p:nvSpPr>
        <p:spPr>
          <a:xfrm>
            <a:off x="7342004" y="7207070"/>
            <a:ext cx="952476" cy="317492"/>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Lane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Keeping</a:t>
            </a:r>
            <a:endParaRPr lang="en-US" sz="1100" dirty="0">
              <a:latin typeface="Times New Roman" panose="02020603050405020304" pitchFamily="18" charset="0"/>
              <a:cs typeface="Times New Roman" panose="02020603050405020304" pitchFamily="18" charset="0"/>
            </a:endParaRPr>
          </a:p>
        </p:txBody>
      </p:sp>
      <p:pic>
        <p:nvPicPr>
          <p:cNvPr id="123" name="Image 27" descr="assets/t_obstacleavoid.png"/>
          <p:cNvPicPr>
            <a:picLocks noChangeAspect="1"/>
          </p:cNvPicPr>
          <p:nvPr/>
        </p:nvPicPr>
        <p:blipFill>
          <a:blip r:embed="rId16"/>
          <a:stretch>
            <a:fillRect/>
          </a:stretch>
        </p:blipFill>
        <p:spPr>
          <a:xfrm>
            <a:off x="8373853" y="6572086"/>
            <a:ext cx="793730" cy="634984"/>
          </a:xfrm>
          <a:prstGeom prst="rect">
            <a:avLst/>
          </a:prstGeom>
        </p:spPr>
      </p:pic>
      <p:sp>
        <p:nvSpPr>
          <p:cNvPr id="124" name="Text 94"/>
          <p:cNvSpPr/>
          <p:nvPr/>
        </p:nvSpPr>
        <p:spPr>
          <a:xfrm>
            <a:off x="8294480" y="7207070"/>
            <a:ext cx="952476" cy="317492"/>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Obstacle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Avoidance</a:t>
            </a:r>
            <a:endParaRPr lang="en-US" sz="1100" dirty="0">
              <a:latin typeface="Times New Roman" panose="02020603050405020304" pitchFamily="18" charset="0"/>
              <a:cs typeface="Times New Roman" panose="02020603050405020304" pitchFamily="18" charset="0"/>
            </a:endParaRPr>
          </a:p>
        </p:txBody>
      </p:sp>
      <p:pic>
        <p:nvPicPr>
          <p:cNvPr id="125" name="Image 28" descr="assets/t_speedcontrol.png"/>
          <p:cNvPicPr>
            <a:picLocks noChangeAspect="1"/>
          </p:cNvPicPr>
          <p:nvPr/>
        </p:nvPicPr>
        <p:blipFill>
          <a:blip r:embed="rId17"/>
          <a:stretch>
            <a:fillRect/>
          </a:stretch>
        </p:blipFill>
        <p:spPr>
          <a:xfrm>
            <a:off x="9326329" y="6572086"/>
            <a:ext cx="793730" cy="634984"/>
          </a:xfrm>
          <a:prstGeom prst="rect">
            <a:avLst/>
          </a:prstGeom>
        </p:spPr>
      </p:pic>
      <p:sp>
        <p:nvSpPr>
          <p:cNvPr id="126" name="Text 95"/>
          <p:cNvSpPr/>
          <p:nvPr/>
        </p:nvSpPr>
        <p:spPr>
          <a:xfrm>
            <a:off x="9246956" y="7207070"/>
            <a:ext cx="952476" cy="317492"/>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Speed</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Control</a:t>
            </a:r>
            <a:endParaRPr lang="en-US" sz="1100" dirty="0">
              <a:latin typeface="Times New Roman" panose="02020603050405020304" pitchFamily="18" charset="0"/>
              <a:cs typeface="Times New Roman" panose="02020603050405020304" pitchFamily="18" charset="0"/>
            </a:endParaRPr>
          </a:p>
        </p:txBody>
      </p:sp>
      <p:pic>
        <p:nvPicPr>
          <p:cNvPr id="127" name="Image 29" descr="assets/t_trafficsl.png"/>
          <p:cNvPicPr>
            <a:picLocks noChangeAspect="1"/>
          </p:cNvPicPr>
          <p:nvPr/>
        </p:nvPicPr>
        <p:blipFill>
          <a:blip r:embed="rId18"/>
          <a:stretch>
            <a:fillRect/>
          </a:stretch>
        </p:blipFill>
        <p:spPr>
          <a:xfrm>
            <a:off x="10239119" y="6572086"/>
            <a:ext cx="793730" cy="634984"/>
          </a:xfrm>
          <a:prstGeom prst="rect">
            <a:avLst/>
          </a:prstGeom>
        </p:spPr>
      </p:pic>
      <p:sp>
        <p:nvSpPr>
          <p:cNvPr id="128" name="Text 96"/>
          <p:cNvSpPr/>
          <p:nvPr/>
        </p:nvSpPr>
        <p:spPr>
          <a:xfrm>
            <a:off x="10159746" y="7207070"/>
            <a:ext cx="952476" cy="317492"/>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Traffic Sign &amp;</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Light Recognition</a:t>
            </a:r>
            <a:endParaRPr lang="en-US" sz="1100" dirty="0">
              <a:latin typeface="Times New Roman" panose="02020603050405020304" pitchFamily="18" charset="0"/>
              <a:cs typeface="Times New Roman" panose="02020603050405020304" pitchFamily="18" charset="0"/>
            </a:endParaRPr>
          </a:p>
        </p:txBody>
      </p:sp>
      <p:pic>
        <p:nvPicPr>
          <p:cNvPr id="129" name="Image 30" descr="assets/t_safenav.png"/>
          <p:cNvPicPr>
            <a:picLocks noChangeAspect="1"/>
          </p:cNvPicPr>
          <p:nvPr/>
        </p:nvPicPr>
        <p:blipFill>
          <a:blip r:embed="rId19"/>
          <a:stretch>
            <a:fillRect/>
          </a:stretch>
        </p:blipFill>
        <p:spPr>
          <a:xfrm>
            <a:off x="11350341" y="6572086"/>
            <a:ext cx="793730" cy="634984"/>
          </a:xfrm>
          <a:prstGeom prst="rect">
            <a:avLst/>
          </a:prstGeom>
        </p:spPr>
      </p:pic>
      <p:sp>
        <p:nvSpPr>
          <p:cNvPr id="130" name="Text 97"/>
          <p:cNvSpPr/>
          <p:nvPr/>
        </p:nvSpPr>
        <p:spPr>
          <a:xfrm>
            <a:off x="11270968" y="7207070"/>
            <a:ext cx="952476" cy="317492"/>
          </a:xfrm>
          <a:prstGeom prst="rect">
            <a:avLst/>
          </a:prstGeom>
          <a:noFill/>
          <a:ln/>
        </p:spPr>
        <p:txBody>
          <a:bodyPr wrap="square" lIns="0" tIns="0" rIns="0" bIns="0" rtlCol="0" anchor="ctr"/>
          <a:lstStyle/>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Safe</a:t>
            </a:r>
            <a:endParaRPr lang="en-US" sz="1100" dirty="0">
              <a:latin typeface="Times New Roman" panose="02020603050405020304" pitchFamily="18" charset="0"/>
              <a:cs typeface="Times New Roman" panose="02020603050405020304" pitchFamily="18" charset="0"/>
            </a:endParaRPr>
          </a:p>
          <a:p>
            <a:pPr marL="0" indent="0" algn="ctr">
              <a:buNone/>
            </a:pPr>
            <a:r>
              <a:rPr lang="en-US" sz="1100" b="1" dirty="0">
                <a:solidFill>
                  <a:srgbClr val="1A1A2E"/>
                </a:solidFill>
                <a:latin typeface="Times New Roman" panose="02020603050405020304" pitchFamily="18" charset="0"/>
                <a:ea typeface="Arial" pitchFamily="34" charset="-122"/>
                <a:cs typeface="Times New Roman" panose="02020603050405020304" pitchFamily="18" charset="0"/>
              </a:rPr>
              <a:t>Navigation</a:t>
            </a:r>
            <a:endParaRPr lang="en-US" sz="1100" dirty="0">
              <a:latin typeface="Times New Roman" panose="02020603050405020304" pitchFamily="18" charset="0"/>
              <a:cs typeface="Times New Roman" panose="02020603050405020304" pitchFamily="18" charset="0"/>
            </a:endParaRPr>
          </a:p>
        </p:txBody>
      </p:sp>
      <p:sp>
        <p:nvSpPr>
          <p:cNvPr id="132" name="Shape 99"/>
          <p:cNvSpPr/>
          <p:nvPr/>
        </p:nvSpPr>
        <p:spPr>
          <a:xfrm>
            <a:off x="8873902" y="2500249"/>
            <a:ext cx="215651" cy="7937"/>
          </a:xfrm>
          <a:prstGeom prst="line">
            <a:avLst/>
          </a:prstGeom>
          <a:noFill/>
          <a:ln w="28575">
            <a:solidFill>
              <a:srgbClr val="0D2A55"/>
            </a:solidFill>
            <a:prstDash val="solid"/>
            <a:tailEnd type="triangle"/>
          </a:ln>
        </p:spPr>
      </p:sp>
      <p:sp>
        <p:nvSpPr>
          <p:cNvPr id="133" name="Shape 100"/>
          <p:cNvSpPr/>
          <p:nvPr/>
        </p:nvSpPr>
        <p:spPr>
          <a:xfrm>
            <a:off x="5397365" y="4309955"/>
            <a:ext cx="0" cy="190495"/>
          </a:xfrm>
          <a:prstGeom prst="line">
            <a:avLst/>
          </a:prstGeom>
          <a:noFill/>
          <a:ln w="28575">
            <a:solidFill>
              <a:srgbClr val="0D2A55"/>
            </a:solidFill>
            <a:prstDash val="solid"/>
            <a:tailEnd type="triangle"/>
          </a:ln>
        </p:spPr>
      </p:sp>
      <p:sp>
        <p:nvSpPr>
          <p:cNvPr id="134" name="Shape 101"/>
          <p:cNvSpPr/>
          <p:nvPr/>
        </p:nvSpPr>
        <p:spPr>
          <a:xfrm>
            <a:off x="7437252" y="5278306"/>
            <a:ext cx="1547774" cy="0"/>
          </a:xfrm>
          <a:prstGeom prst="line">
            <a:avLst/>
          </a:prstGeom>
          <a:noFill/>
          <a:ln w="28575">
            <a:solidFill>
              <a:srgbClr val="0D2A55"/>
            </a:solidFill>
            <a:prstDash val="solid"/>
            <a:tailEnd type="triangle"/>
          </a:ln>
        </p:spPr>
      </p:sp>
      <p:sp>
        <p:nvSpPr>
          <p:cNvPr id="135" name="Shape 102"/>
          <p:cNvSpPr/>
          <p:nvPr/>
        </p:nvSpPr>
        <p:spPr>
          <a:xfrm>
            <a:off x="10532799" y="3905152"/>
            <a:ext cx="0" cy="87310"/>
          </a:xfrm>
          <a:prstGeom prst="line">
            <a:avLst/>
          </a:prstGeom>
          <a:noFill/>
          <a:ln w="28575">
            <a:solidFill>
              <a:srgbClr val="0D2A55"/>
            </a:solidFill>
            <a:prstDash val="solid"/>
            <a:tailEnd type="triangle"/>
          </a:ln>
        </p:spPr>
      </p:sp>
      <p:sp>
        <p:nvSpPr>
          <p:cNvPr id="136" name="Shape 103"/>
          <p:cNvSpPr/>
          <p:nvPr/>
        </p:nvSpPr>
        <p:spPr>
          <a:xfrm>
            <a:off x="10532799" y="6016475"/>
            <a:ext cx="0" cy="214307"/>
          </a:xfrm>
          <a:prstGeom prst="line">
            <a:avLst/>
          </a:prstGeom>
          <a:noFill/>
          <a:ln w="28575">
            <a:solidFill>
              <a:srgbClr val="0D2A55"/>
            </a:solidFill>
            <a:prstDash val="solid"/>
            <a:tailEnd type="triangle"/>
          </a:ln>
        </p:spPr>
      </p:sp>
      <p:sp>
        <p:nvSpPr>
          <p:cNvPr id="137" name="Shape 104"/>
          <p:cNvSpPr/>
          <p:nvPr/>
        </p:nvSpPr>
        <p:spPr>
          <a:xfrm>
            <a:off x="5992663" y="7365816"/>
            <a:ext cx="1246156" cy="0"/>
          </a:xfrm>
          <a:prstGeom prst="line">
            <a:avLst/>
          </a:prstGeom>
          <a:noFill/>
          <a:ln w="28575">
            <a:solidFill>
              <a:srgbClr val="0D2A55"/>
            </a:solidFill>
            <a:prstDash val="solid"/>
            <a:tailEnd type="triangle"/>
          </a:ln>
        </p:spPr>
      </p:sp>
      <p:pic>
        <p:nvPicPr>
          <p:cNvPr id="142" name="Picture 141">
            <a:extLst>
              <a:ext uri="{FF2B5EF4-FFF2-40B4-BE49-F238E27FC236}">
                <a16:creationId xmlns:a16="http://schemas.microsoft.com/office/drawing/2014/main" id="{10219C2E-AD21-93FA-9610-B15973E5593E}"/>
              </a:ext>
            </a:extLst>
          </p:cNvPr>
          <p:cNvPicPr>
            <a:picLocks noChangeAspect="1"/>
          </p:cNvPicPr>
          <p:nvPr/>
        </p:nvPicPr>
        <p:blipFill>
          <a:blip r:embed="rId20"/>
          <a:stretch>
            <a:fillRect/>
          </a:stretch>
        </p:blipFill>
        <p:spPr>
          <a:xfrm>
            <a:off x="6135686" y="1640212"/>
            <a:ext cx="753891" cy="780665"/>
          </a:xfrm>
          <a:prstGeom prst="rect">
            <a:avLst/>
          </a:prstGeom>
        </p:spPr>
      </p:pic>
      <p:pic>
        <p:nvPicPr>
          <p:cNvPr id="144" name="Picture 143">
            <a:extLst>
              <a:ext uri="{FF2B5EF4-FFF2-40B4-BE49-F238E27FC236}">
                <a16:creationId xmlns:a16="http://schemas.microsoft.com/office/drawing/2014/main" id="{79A827B3-8A3B-2C7A-FD10-A6F000FE5C09}"/>
              </a:ext>
            </a:extLst>
          </p:cNvPr>
          <p:cNvPicPr>
            <a:picLocks noChangeAspect="1"/>
          </p:cNvPicPr>
          <p:nvPr/>
        </p:nvPicPr>
        <p:blipFill>
          <a:blip r:embed="rId21"/>
          <a:stretch>
            <a:fillRect/>
          </a:stretch>
        </p:blipFill>
        <p:spPr>
          <a:xfrm>
            <a:off x="7135634" y="1639053"/>
            <a:ext cx="1055661" cy="781824"/>
          </a:xfrm>
          <a:prstGeom prst="rect">
            <a:avLst/>
          </a:prstGeom>
        </p:spPr>
      </p:pic>
      <p:pic>
        <p:nvPicPr>
          <p:cNvPr id="146" name="Picture 145">
            <a:extLst>
              <a:ext uri="{FF2B5EF4-FFF2-40B4-BE49-F238E27FC236}">
                <a16:creationId xmlns:a16="http://schemas.microsoft.com/office/drawing/2014/main" id="{5E8F4A14-B9A5-3821-115C-3EE8301C521A}"/>
              </a:ext>
            </a:extLst>
          </p:cNvPr>
          <p:cNvPicPr>
            <a:picLocks noChangeAspect="1"/>
          </p:cNvPicPr>
          <p:nvPr/>
        </p:nvPicPr>
        <p:blipFill>
          <a:blip r:embed="rId22"/>
          <a:stretch>
            <a:fillRect/>
          </a:stretch>
        </p:blipFill>
        <p:spPr>
          <a:xfrm>
            <a:off x="2809803" y="1546846"/>
            <a:ext cx="873105" cy="934302"/>
          </a:xfrm>
          <a:prstGeom prst="rect">
            <a:avLst/>
          </a:prstGeom>
        </p:spPr>
      </p:pic>
      <p:pic>
        <p:nvPicPr>
          <p:cNvPr id="148" name="Picture 147">
            <a:extLst>
              <a:ext uri="{FF2B5EF4-FFF2-40B4-BE49-F238E27FC236}">
                <a16:creationId xmlns:a16="http://schemas.microsoft.com/office/drawing/2014/main" id="{CC219F3B-1ABE-E734-FF24-49B58A81B51B}"/>
              </a:ext>
            </a:extLst>
          </p:cNvPr>
          <p:cNvPicPr>
            <a:picLocks noChangeAspect="1"/>
          </p:cNvPicPr>
          <p:nvPr/>
        </p:nvPicPr>
        <p:blipFill>
          <a:blip r:embed="rId23"/>
          <a:stretch>
            <a:fillRect/>
          </a:stretch>
        </p:blipFill>
        <p:spPr>
          <a:xfrm>
            <a:off x="3849591" y="1563650"/>
            <a:ext cx="888979" cy="896914"/>
          </a:xfrm>
          <a:prstGeom prst="rect">
            <a:avLst/>
          </a:prstGeom>
        </p:spPr>
      </p:pic>
      <p:pic>
        <p:nvPicPr>
          <p:cNvPr id="150" name="Picture 149">
            <a:extLst>
              <a:ext uri="{FF2B5EF4-FFF2-40B4-BE49-F238E27FC236}">
                <a16:creationId xmlns:a16="http://schemas.microsoft.com/office/drawing/2014/main" id="{1EB2EC78-3203-C6C3-A225-DF7C49839373}"/>
              </a:ext>
            </a:extLst>
          </p:cNvPr>
          <p:cNvPicPr>
            <a:picLocks noChangeAspect="1"/>
          </p:cNvPicPr>
          <p:nvPr/>
        </p:nvPicPr>
        <p:blipFill>
          <a:blip r:embed="rId24"/>
          <a:stretch>
            <a:fillRect/>
          </a:stretch>
        </p:blipFill>
        <p:spPr>
          <a:xfrm>
            <a:off x="4955584" y="1551943"/>
            <a:ext cx="846584" cy="920593"/>
          </a:xfrm>
          <a:prstGeom prst="rect">
            <a:avLst/>
          </a:prstGeom>
        </p:spPr>
      </p:pic>
      <p:pic>
        <p:nvPicPr>
          <p:cNvPr id="152" name="Picture 151">
            <a:extLst>
              <a:ext uri="{FF2B5EF4-FFF2-40B4-BE49-F238E27FC236}">
                <a16:creationId xmlns:a16="http://schemas.microsoft.com/office/drawing/2014/main" id="{7F9E17DB-34D2-0724-A654-5951BBDFBA27}"/>
              </a:ext>
            </a:extLst>
          </p:cNvPr>
          <p:cNvPicPr>
            <a:picLocks noChangeAspect="1"/>
          </p:cNvPicPr>
          <p:nvPr/>
        </p:nvPicPr>
        <p:blipFill>
          <a:blip r:embed="rId25"/>
          <a:stretch>
            <a:fillRect/>
          </a:stretch>
        </p:blipFill>
        <p:spPr>
          <a:xfrm>
            <a:off x="179326" y="888977"/>
            <a:ext cx="931896" cy="896915"/>
          </a:xfrm>
          <a:prstGeom prst="rect">
            <a:avLst/>
          </a:prstGeom>
        </p:spPr>
      </p:pic>
      <p:pic>
        <p:nvPicPr>
          <p:cNvPr id="154" name="Picture 153">
            <a:extLst>
              <a:ext uri="{FF2B5EF4-FFF2-40B4-BE49-F238E27FC236}">
                <a16:creationId xmlns:a16="http://schemas.microsoft.com/office/drawing/2014/main" id="{D5BAD670-9699-54C9-176B-14069A115804}"/>
              </a:ext>
            </a:extLst>
          </p:cNvPr>
          <p:cNvPicPr>
            <a:picLocks noChangeAspect="1"/>
          </p:cNvPicPr>
          <p:nvPr/>
        </p:nvPicPr>
        <p:blipFill>
          <a:blip r:embed="rId26"/>
          <a:stretch>
            <a:fillRect/>
          </a:stretch>
        </p:blipFill>
        <p:spPr>
          <a:xfrm>
            <a:off x="141885" y="1953996"/>
            <a:ext cx="838243" cy="844593"/>
          </a:xfrm>
          <a:prstGeom prst="rect">
            <a:avLst/>
          </a:prstGeom>
        </p:spPr>
      </p:pic>
      <p:pic>
        <p:nvPicPr>
          <p:cNvPr id="156" name="Picture 155">
            <a:extLst>
              <a:ext uri="{FF2B5EF4-FFF2-40B4-BE49-F238E27FC236}">
                <a16:creationId xmlns:a16="http://schemas.microsoft.com/office/drawing/2014/main" id="{A44A8499-6809-DC41-AF0A-6A9B623BAEE9}"/>
              </a:ext>
            </a:extLst>
          </p:cNvPr>
          <p:cNvPicPr>
            <a:picLocks noChangeAspect="1"/>
          </p:cNvPicPr>
          <p:nvPr/>
        </p:nvPicPr>
        <p:blipFill>
          <a:blip r:embed="rId27"/>
          <a:stretch>
            <a:fillRect/>
          </a:stretch>
        </p:blipFill>
        <p:spPr>
          <a:xfrm>
            <a:off x="234148" y="3032049"/>
            <a:ext cx="939848" cy="825542"/>
          </a:xfrm>
          <a:prstGeom prst="rect">
            <a:avLst/>
          </a:prstGeom>
        </p:spPr>
      </p:pic>
      <p:pic>
        <p:nvPicPr>
          <p:cNvPr id="158" name="Picture 157">
            <a:extLst>
              <a:ext uri="{FF2B5EF4-FFF2-40B4-BE49-F238E27FC236}">
                <a16:creationId xmlns:a16="http://schemas.microsoft.com/office/drawing/2014/main" id="{D4D060D3-9EE8-6E5E-5B00-666BCA2A1918}"/>
              </a:ext>
            </a:extLst>
          </p:cNvPr>
          <p:cNvPicPr>
            <a:picLocks noChangeAspect="1"/>
          </p:cNvPicPr>
          <p:nvPr/>
        </p:nvPicPr>
        <p:blipFill>
          <a:blip r:embed="rId28"/>
          <a:stretch>
            <a:fillRect/>
          </a:stretch>
        </p:blipFill>
        <p:spPr>
          <a:xfrm>
            <a:off x="150861" y="4143271"/>
            <a:ext cx="819192" cy="749339"/>
          </a:xfrm>
          <a:prstGeom prst="rect">
            <a:avLst/>
          </a:prstGeom>
        </p:spPr>
      </p:pic>
      <p:pic>
        <p:nvPicPr>
          <p:cNvPr id="160" name="Picture 159">
            <a:extLst>
              <a:ext uri="{FF2B5EF4-FFF2-40B4-BE49-F238E27FC236}">
                <a16:creationId xmlns:a16="http://schemas.microsoft.com/office/drawing/2014/main" id="{737B7A73-C727-6DB7-F06F-82A75C490543}"/>
              </a:ext>
            </a:extLst>
          </p:cNvPr>
          <p:cNvPicPr>
            <a:picLocks noChangeAspect="1"/>
          </p:cNvPicPr>
          <p:nvPr/>
        </p:nvPicPr>
        <p:blipFill>
          <a:blip r:embed="rId29"/>
          <a:stretch>
            <a:fillRect/>
          </a:stretch>
        </p:blipFill>
        <p:spPr>
          <a:xfrm>
            <a:off x="150861" y="5148069"/>
            <a:ext cx="958899" cy="844593"/>
          </a:xfrm>
          <a:prstGeom prst="rect">
            <a:avLst/>
          </a:prstGeom>
        </p:spPr>
      </p:pic>
      <p:pic>
        <p:nvPicPr>
          <p:cNvPr id="162" name="Picture 161">
            <a:extLst>
              <a:ext uri="{FF2B5EF4-FFF2-40B4-BE49-F238E27FC236}">
                <a16:creationId xmlns:a16="http://schemas.microsoft.com/office/drawing/2014/main" id="{09C923B2-BB4F-02E4-AC09-31B31A3A715C}"/>
              </a:ext>
            </a:extLst>
          </p:cNvPr>
          <p:cNvPicPr>
            <a:picLocks noChangeAspect="1"/>
          </p:cNvPicPr>
          <p:nvPr/>
        </p:nvPicPr>
        <p:blipFill>
          <a:blip r:embed="rId30"/>
          <a:stretch>
            <a:fillRect/>
          </a:stretch>
        </p:blipFill>
        <p:spPr>
          <a:xfrm>
            <a:off x="4937002" y="6495701"/>
            <a:ext cx="387370" cy="247663"/>
          </a:xfrm>
          <a:prstGeom prst="rect">
            <a:avLst/>
          </a:prstGeom>
        </p:spPr>
      </p:pic>
      <p:sp>
        <p:nvSpPr>
          <p:cNvPr id="163" name="TextBox 162">
            <a:extLst>
              <a:ext uri="{FF2B5EF4-FFF2-40B4-BE49-F238E27FC236}">
                <a16:creationId xmlns:a16="http://schemas.microsoft.com/office/drawing/2014/main" id="{D1B4555E-3EC8-6D3A-F6B7-DD303A9FF58D}"/>
              </a:ext>
            </a:extLst>
          </p:cNvPr>
          <p:cNvSpPr txBox="1"/>
          <p:nvPr/>
        </p:nvSpPr>
        <p:spPr>
          <a:xfrm>
            <a:off x="1202372" y="5557381"/>
            <a:ext cx="964511" cy="430887"/>
          </a:xfrm>
          <a:prstGeom prst="rect">
            <a:avLst/>
          </a:prstGeom>
          <a:noFill/>
        </p:spPr>
        <p:txBody>
          <a:bodyPr wrap="square" rtlCol="0">
            <a:spAutoFit/>
          </a:bodyPr>
          <a:lstStyle/>
          <a:p>
            <a:r>
              <a:rPr lang="en-IN" sz="1100" dirty="0">
                <a:latin typeface="Times New Roman" panose="02020603050405020304" pitchFamily="18" charset="0"/>
                <a:cs typeface="Times New Roman" panose="02020603050405020304" pitchFamily="18" charset="0"/>
              </a:rPr>
              <a:t>Motion &amp; Orientation</a:t>
            </a:r>
          </a:p>
        </p:txBody>
      </p:sp>
      <p:cxnSp>
        <p:nvCxnSpPr>
          <p:cNvPr id="195" name="Connector: Elbow 194">
            <a:extLst>
              <a:ext uri="{FF2B5EF4-FFF2-40B4-BE49-F238E27FC236}">
                <a16:creationId xmlns:a16="http://schemas.microsoft.com/office/drawing/2014/main" id="{CC88148F-1A02-DFB1-BED3-922FED0CD4A1}"/>
              </a:ext>
            </a:extLst>
          </p:cNvPr>
          <p:cNvCxnSpPr>
            <a:cxnSpLocks/>
            <a:stCxn id="16" idx="3"/>
          </p:cNvCxnSpPr>
          <p:nvPr/>
        </p:nvCxnSpPr>
        <p:spPr>
          <a:xfrm flipV="1">
            <a:off x="2087511" y="2420877"/>
            <a:ext cx="302170" cy="1023912"/>
          </a:xfrm>
          <a:prstGeom prst="bentConnector2">
            <a:avLst/>
          </a:prstGeom>
        </p:spPr>
        <p:style>
          <a:lnRef idx="3">
            <a:schemeClr val="accent2"/>
          </a:lnRef>
          <a:fillRef idx="0">
            <a:schemeClr val="accent2"/>
          </a:fillRef>
          <a:effectRef idx="2">
            <a:schemeClr val="accent2"/>
          </a:effectRef>
          <a:fontRef idx="minor">
            <a:schemeClr val="tx1"/>
          </a:fontRef>
        </p:style>
      </p:cxnSp>
      <p:cxnSp>
        <p:nvCxnSpPr>
          <p:cNvPr id="199" name="Connector: Elbow 198">
            <a:extLst>
              <a:ext uri="{FF2B5EF4-FFF2-40B4-BE49-F238E27FC236}">
                <a16:creationId xmlns:a16="http://schemas.microsoft.com/office/drawing/2014/main" id="{294BDCCE-1937-A762-3AA2-0E318DF06399}"/>
              </a:ext>
            </a:extLst>
          </p:cNvPr>
          <p:cNvCxnSpPr>
            <a:cxnSpLocks/>
          </p:cNvCxnSpPr>
          <p:nvPr/>
        </p:nvCxnSpPr>
        <p:spPr>
          <a:xfrm flipV="1">
            <a:off x="2166883" y="2103385"/>
            <a:ext cx="476238" cy="357178"/>
          </a:xfrm>
          <a:prstGeom prst="bentConnector3">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03" name="Connector: Elbow 202">
            <a:extLst>
              <a:ext uri="{FF2B5EF4-FFF2-40B4-BE49-F238E27FC236}">
                <a16:creationId xmlns:a16="http://schemas.microsoft.com/office/drawing/2014/main" id="{5F79018C-E28A-476E-E580-D28E88145D90}"/>
              </a:ext>
            </a:extLst>
          </p:cNvPr>
          <p:cNvCxnSpPr>
            <a:endCxn id="66" idx="1"/>
          </p:cNvCxnSpPr>
          <p:nvPr/>
        </p:nvCxnSpPr>
        <p:spPr>
          <a:xfrm>
            <a:off x="2119260" y="4524262"/>
            <a:ext cx="777855" cy="754044"/>
          </a:xfrm>
          <a:prstGeom prst="bentConnector3">
            <a:avLst/>
          </a:prstGeom>
          <a:ln w="9525" cap="flat" cmpd="sng" algn="ctr">
            <a:solidFill>
              <a:schemeClr val="accent1">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05" name="Straight Connector 204">
            <a:extLst>
              <a:ext uri="{FF2B5EF4-FFF2-40B4-BE49-F238E27FC236}">
                <a16:creationId xmlns:a16="http://schemas.microsoft.com/office/drawing/2014/main" id="{65FCE075-4606-3A26-D65C-C26ACEA1AF46}"/>
              </a:ext>
            </a:extLst>
          </p:cNvPr>
          <p:cNvCxnSpPr>
            <a:cxnSpLocks/>
          </p:cNvCxnSpPr>
          <p:nvPr/>
        </p:nvCxnSpPr>
        <p:spPr>
          <a:xfrm>
            <a:off x="2166883" y="5595798"/>
            <a:ext cx="23334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4" name="Connector: Elbow 213">
            <a:extLst>
              <a:ext uri="{FF2B5EF4-FFF2-40B4-BE49-F238E27FC236}">
                <a16:creationId xmlns:a16="http://schemas.microsoft.com/office/drawing/2014/main" id="{416348CF-C2B9-8FCD-D224-4056FC8F7DA7}"/>
              </a:ext>
            </a:extLst>
          </p:cNvPr>
          <p:cNvCxnSpPr>
            <a:cxnSpLocks/>
          </p:cNvCxnSpPr>
          <p:nvPr/>
        </p:nvCxnSpPr>
        <p:spPr>
          <a:xfrm>
            <a:off x="2166883" y="6065853"/>
            <a:ext cx="2682808" cy="483923"/>
          </a:xfrm>
          <a:prstGeom prst="bentConnector2">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8" name="Straight Connector 227">
            <a:extLst>
              <a:ext uri="{FF2B5EF4-FFF2-40B4-BE49-F238E27FC236}">
                <a16:creationId xmlns:a16="http://schemas.microsoft.com/office/drawing/2014/main" id="{95FA9FF9-D66F-42C3-11CC-6A04D601BB60}"/>
              </a:ext>
            </a:extLst>
          </p:cNvPr>
          <p:cNvCxnSpPr>
            <a:cxnSpLocks/>
          </p:cNvCxnSpPr>
          <p:nvPr/>
        </p:nvCxnSpPr>
        <p:spPr>
          <a:xfrm flipH="1" flipV="1">
            <a:off x="2378527" y="3921027"/>
            <a:ext cx="11154" cy="1674771"/>
          </a:xfrm>
          <a:prstGeom prst="line">
            <a:avLst/>
          </a:prstGeom>
        </p:spPr>
        <p:style>
          <a:lnRef idx="3">
            <a:schemeClr val="accent1"/>
          </a:lnRef>
          <a:fillRef idx="0">
            <a:schemeClr val="accent1"/>
          </a:fillRef>
          <a:effectRef idx="2">
            <a:schemeClr val="accent1"/>
          </a:effectRef>
          <a:fontRef idx="minor">
            <a:schemeClr val="tx1"/>
          </a:fontRef>
        </p:style>
      </p:cxnSp>
      <p:cxnSp>
        <p:nvCxnSpPr>
          <p:cNvPr id="235" name="Straight Arrow Connector 234">
            <a:extLst>
              <a:ext uri="{FF2B5EF4-FFF2-40B4-BE49-F238E27FC236}">
                <a16:creationId xmlns:a16="http://schemas.microsoft.com/office/drawing/2014/main" id="{90B27F95-006F-560B-2184-3179B8EEBB3B}"/>
              </a:ext>
            </a:extLst>
          </p:cNvPr>
          <p:cNvCxnSpPr>
            <a:cxnSpLocks/>
          </p:cNvCxnSpPr>
          <p:nvPr/>
        </p:nvCxnSpPr>
        <p:spPr>
          <a:xfrm>
            <a:off x="2378527" y="3921027"/>
            <a:ext cx="39952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38" name="Straight Connector 237">
            <a:extLst>
              <a:ext uri="{FF2B5EF4-FFF2-40B4-BE49-F238E27FC236}">
                <a16:creationId xmlns:a16="http://schemas.microsoft.com/office/drawing/2014/main" id="{BEAEA1A2-AF65-6403-CDF8-F6BF973E3C4E}"/>
              </a:ext>
            </a:extLst>
          </p:cNvPr>
          <p:cNvCxnSpPr>
            <a:cxnSpLocks/>
          </p:cNvCxnSpPr>
          <p:nvPr/>
        </p:nvCxnSpPr>
        <p:spPr>
          <a:xfrm>
            <a:off x="2400229" y="5595798"/>
            <a:ext cx="0" cy="309553"/>
          </a:xfrm>
          <a:prstGeom prst="line">
            <a:avLst/>
          </a:prstGeom>
        </p:spPr>
        <p:style>
          <a:lnRef idx="3">
            <a:schemeClr val="accent1"/>
          </a:lnRef>
          <a:fillRef idx="0">
            <a:schemeClr val="accent1"/>
          </a:fillRef>
          <a:effectRef idx="2">
            <a:schemeClr val="accent1"/>
          </a:effectRef>
          <a:fontRef idx="minor">
            <a:schemeClr val="tx1"/>
          </a:fontRef>
        </p:style>
      </p:cxnSp>
      <p:cxnSp>
        <p:nvCxnSpPr>
          <p:cNvPr id="241" name="Straight Arrow Connector 240">
            <a:extLst>
              <a:ext uri="{FF2B5EF4-FFF2-40B4-BE49-F238E27FC236}">
                <a16:creationId xmlns:a16="http://schemas.microsoft.com/office/drawing/2014/main" id="{49DA6C01-03A4-C277-DC7F-78FA627708BC}"/>
              </a:ext>
            </a:extLst>
          </p:cNvPr>
          <p:cNvCxnSpPr/>
          <p:nvPr/>
        </p:nvCxnSpPr>
        <p:spPr>
          <a:xfrm flipV="1">
            <a:off x="2400229" y="5905351"/>
            <a:ext cx="496886" cy="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42" name="Arrow: Up 241">
            <a:extLst>
              <a:ext uri="{FF2B5EF4-FFF2-40B4-BE49-F238E27FC236}">
                <a16:creationId xmlns:a16="http://schemas.microsoft.com/office/drawing/2014/main" id="{DDBA5956-E5B2-A70B-1C28-9BDD3AE8A151}"/>
              </a:ext>
            </a:extLst>
          </p:cNvPr>
          <p:cNvSpPr/>
          <p:nvPr/>
        </p:nvSpPr>
        <p:spPr>
          <a:xfrm>
            <a:off x="4992564" y="6065853"/>
            <a:ext cx="331808" cy="41462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44" name="Picture 243">
            <a:extLst>
              <a:ext uri="{FF2B5EF4-FFF2-40B4-BE49-F238E27FC236}">
                <a16:creationId xmlns:a16="http://schemas.microsoft.com/office/drawing/2014/main" id="{5FA2131A-AB22-171D-39BD-2E694CBCE84C}"/>
              </a:ext>
            </a:extLst>
          </p:cNvPr>
          <p:cNvPicPr>
            <a:picLocks noChangeAspect="1"/>
          </p:cNvPicPr>
          <p:nvPr/>
        </p:nvPicPr>
        <p:blipFill>
          <a:blip r:embed="rId31"/>
          <a:stretch>
            <a:fillRect/>
          </a:stretch>
        </p:blipFill>
        <p:spPr>
          <a:xfrm>
            <a:off x="4706798" y="6573667"/>
            <a:ext cx="285765" cy="139707"/>
          </a:xfrm>
          <a:prstGeom prst="rect">
            <a:avLst/>
          </a:prstGeom>
        </p:spPr>
      </p:pic>
      <p:pic>
        <p:nvPicPr>
          <p:cNvPr id="246" name="Picture 245">
            <a:extLst>
              <a:ext uri="{FF2B5EF4-FFF2-40B4-BE49-F238E27FC236}">
                <a16:creationId xmlns:a16="http://schemas.microsoft.com/office/drawing/2014/main" id="{EABDB59D-5521-D1E8-8AC9-2CFD93AA0F5B}"/>
              </a:ext>
            </a:extLst>
          </p:cNvPr>
          <p:cNvPicPr>
            <a:picLocks noChangeAspect="1"/>
          </p:cNvPicPr>
          <p:nvPr/>
        </p:nvPicPr>
        <p:blipFill>
          <a:blip r:embed="rId32"/>
          <a:stretch>
            <a:fillRect/>
          </a:stretch>
        </p:blipFill>
        <p:spPr>
          <a:xfrm>
            <a:off x="9189252" y="3240756"/>
            <a:ext cx="606201" cy="513588"/>
          </a:xfrm>
          <a:prstGeom prst="rect">
            <a:avLst/>
          </a:prstGeom>
        </p:spPr>
      </p:pic>
      <p:pic>
        <p:nvPicPr>
          <p:cNvPr id="248" name="Picture 247">
            <a:extLst>
              <a:ext uri="{FF2B5EF4-FFF2-40B4-BE49-F238E27FC236}">
                <a16:creationId xmlns:a16="http://schemas.microsoft.com/office/drawing/2014/main" id="{C488F56A-BF3E-75BA-24B2-8D2EC2C6367D}"/>
              </a:ext>
            </a:extLst>
          </p:cNvPr>
          <p:cNvPicPr>
            <a:picLocks noChangeAspect="1"/>
          </p:cNvPicPr>
          <p:nvPr/>
        </p:nvPicPr>
        <p:blipFill>
          <a:blip r:embed="rId33"/>
          <a:stretch>
            <a:fillRect/>
          </a:stretch>
        </p:blipFill>
        <p:spPr>
          <a:xfrm>
            <a:off x="9213581" y="2604904"/>
            <a:ext cx="501676" cy="387370"/>
          </a:xfrm>
          <a:prstGeom prst="rect">
            <a:avLst/>
          </a:prstGeom>
        </p:spPr>
      </p:pic>
      <p:pic>
        <p:nvPicPr>
          <p:cNvPr id="250" name="Picture 249">
            <a:extLst>
              <a:ext uri="{FF2B5EF4-FFF2-40B4-BE49-F238E27FC236}">
                <a16:creationId xmlns:a16="http://schemas.microsoft.com/office/drawing/2014/main" id="{9C634774-40F4-F014-1870-D65B774D5C33}"/>
              </a:ext>
            </a:extLst>
          </p:cNvPr>
          <p:cNvPicPr>
            <a:picLocks noChangeAspect="1"/>
          </p:cNvPicPr>
          <p:nvPr/>
        </p:nvPicPr>
        <p:blipFill>
          <a:blip r:embed="rId34"/>
          <a:stretch>
            <a:fillRect/>
          </a:stretch>
        </p:blipFill>
        <p:spPr>
          <a:xfrm>
            <a:off x="9251680" y="1938276"/>
            <a:ext cx="495325" cy="330217"/>
          </a:xfrm>
          <a:prstGeom prst="rect">
            <a:avLst/>
          </a:prstGeom>
        </p:spPr>
      </p:pic>
      <p:pic>
        <p:nvPicPr>
          <p:cNvPr id="252" name="Picture 251">
            <a:extLst>
              <a:ext uri="{FF2B5EF4-FFF2-40B4-BE49-F238E27FC236}">
                <a16:creationId xmlns:a16="http://schemas.microsoft.com/office/drawing/2014/main" id="{F8B8ECA2-CDAA-5546-D98D-D3A5CC00C921}"/>
              </a:ext>
            </a:extLst>
          </p:cNvPr>
          <p:cNvPicPr>
            <a:picLocks noChangeAspect="1"/>
          </p:cNvPicPr>
          <p:nvPr/>
        </p:nvPicPr>
        <p:blipFill>
          <a:blip r:embed="rId35"/>
          <a:stretch>
            <a:fillRect/>
          </a:stretch>
        </p:blipFill>
        <p:spPr>
          <a:xfrm>
            <a:off x="9127897" y="1207892"/>
            <a:ext cx="744253" cy="441645"/>
          </a:xfrm>
          <a:prstGeom prst="rect">
            <a:avLst/>
          </a:prstGeom>
        </p:spPr>
      </p:pic>
      <p:cxnSp>
        <p:nvCxnSpPr>
          <p:cNvPr id="254" name="Straight Connector 253">
            <a:extLst>
              <a:ext uri="{FF2B5EF4-FFF2-40B4-BE49-F238E27FC236}">
                <a16:creationId xmlns:a16="http://schemas.microsoft.com/office/drawing/2014/main" id="{9DFB52F4-8FFB-AC96-8688-B00BC0F604A5}"/>
              </a:ext>
            </a:extLst>
          </p:cNvPr>
          <p:cNvCxnSpPr/>
          <p:nvPr/>
        </p:nvCxnSpPr>
        <p:spPr>
          <a:xfrm>
            <a:off x="2166883" y="1047724"/>
            <a:ext cx="233346"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256" name="Straight Connector 255">
            <a:extLst>
              <a:ext uri="{FF2B5EF4-FFF2-40B4-BE49-F238E27FC236}">
                <a16:creationId xmlns:a16="http://schemas.microsoft.com/office/drawing/2014/main" id="{A7B80B94-1F75-175E-0472-6BE3D2A9002F}"/>
              </a:ext>
            </a:extLst>
          </p:cNvPr>
          <p:cNvCxnSpPr>
            <a:cxnSpLocks/>
          </p:cNvCxnSpPr>
          <p:nvPr/>
        </p:nvCxnSpPr>
        <p:spPr>
          <a:xfrm>
            <a:off x="2388324" y="1031849"/>
            <a:ext cx="0" cy="531801"/>
          </a:xfrm>
          <a:prstGeom prst="line">
            <a:avLst/>
          </a:prstGeom>
        </p:spPr>
        <p:style>
          <a:lnRef idx="3">
            <a:schemeClr val="accent1"/>
          </a:lnRef>
          <a:fillRef idx="0">
            <a:schemeClr val="accent1"/>
          </a:fillRef>
          <a:effectRef idx="2">
            <a:schemeClr val="accent1"/>
          </a:effectRef>
          <a:fontRef idx="minor">
            <a:schemeClr val="tx1"/>
          </a:fontRef>
        </p:style>
      </p:cxnSp>
      <p:cxnSp>
        <p:nvCxnSpPr>
          <p:cNvPr id="260" name="Straight Arrow Connector 259">
            <a:extLst>
              <a:ext uri="{FF2B5EF4-FFF2-40B4-BE49-F238E27FC236}">
                <a16:creationId xmlns:a16="http://schemas.microsoft.com/office/drawing/2014/main" id="{D292A93B-4757-5809-6E87-155423CAF33F}"/>
              </a:ext>
            </a:extLst>
          </p:cNvPr>
          <p:cNvCxnSpPr/>
          <p:nvPr/>
        </p:nvCxnSpPr>
        <p:spPr>
          <a:xfrm flipV="1">
            <a:off x="2400229" y="1546846"/>
            <a:ext cx="377827" cy="50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Connector: Elbow 9">
            <a:extLst>
              <a:ext uri="{FF2B5EF4-FFF2-40B4-BE49-F238E27FC236}">
                <a16:creationId xmlns:a16="http://schemas.microsoft.com/office/drawing/2014/main" id="{CB36BDD9-EB02-7A9F-01A2-4AED87BD27D9}"/>
              </a:ext>
            </a:extLst>
          </p:cNvPr>
          <p:cNvCxnSpPr>
            <a:cxnSpLocks/>
          </p:cNvCxnSpPr>
          <p:nvPr/>
        </p:nvCxnSpPr>
        <p:spPr>
          <a:xfrm flipV="1">
            <a:off x="7421377" y="3603738"/>
            <a:ext cx="1668177" cy="1288872"/>
          </a:xfrm>
          <a:prstGeom prst="bentConnector3">
            <a:avLst>
              <a:gd name="adj1" fmla="val 89588"/>
            </a:avLst>
          </a:prstGeom>
          <a:ln>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308</Words>
  <Application>Microsoft Office PowerPoint</Application>
  <PresentationFormat>Custom</PresentationFormat>
  <Paragraphs>77</Paragraphs>
  <Slides>3</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Times New Roman</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yashu reddy</cp:lastModifiedBy>
  <cp:revision>3</cp:revision>
  <dcterms:created xsi:type="dcterms:W3CDTF">2026-07-15T05:31:51Z</dcterms:created>
  <dcterms:modified xsi:type="dcterms:W3CDTF">2026-07-17T08:25:35Z</dcterms:modified>
</cp:coreProperties>
</file>